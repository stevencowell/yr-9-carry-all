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a9aeebb134cce" /><Relationship Type="http://schemas.openxmlformats.org/officeDocument/2006/relationships/extended-properties" Target="/docProps/app.xml" Id="Rf02f7ffcb0c64808" /><Relationship Type="http://schemas.openxmlformats.org/officeDocument/2006/relationships/officeDocument" Target="/ppt/presentation.xml" Id="R468eb6613349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67d8b13f64325"/>
  </p:sldMasterIdLst>
  <p:notesMasterIdLst>
    <p:notesMasterId xmlns:r="http://schemas.openxmlformats.org/officeDocument/2006/relationships" r:id="R22bfa7f722154707"/>
  </p:notesMasterIdLst>
  <p:sldIdLst>
    <p:sldId xmlns:r="http://schemas.openxmlformats.org/officeDocument/2006/relationships" id="256" r:id="R2d2479a42e004af5"/>
    <p:sldId xmlns:r="http://schemas.openxmlformats.org/officeDocument/2006/relationships" id="257" r:id="R35e99b98a2e34dfc"/>
    <p:sldId xmlns:r="http://schemas.openxmlformats.org/officeDocument/2006/relationships" id="258" r:id="Rd9c11dc096694db6"/>
    <p:sldId xmlns:r="http://schemas.openxmlformats.org/officeDocument/2006/relationships" id="259" r:id="R0ce5558ecb104a2b"/>
    <p:sldId xmlns:r="http://schemas.openxmlformats.org/officeDocument/2006/relationships" id="260" r:id="Rbf704cea90754b9b"/>
    <p:sldId xmlns:r="http://schemas.openxmlformats.org/officeDocument/2006/relationships" id="261" r:id="R2826ba52e1894762"/>
    <p:sldId xmlns:r="http://schemas.openxmlformats.org/officeDocument/2006/relationships" id="262" r:id="Rb4301b2114134c56"/>
    <p:sldId xmlns:r="http://schemas.openxmlformats.org/officeDocument/2006/relationships" id="263" r:id="R3fdbdaa00f6e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87100744e454a" /><Relationship Type="http://schemas.openxmlformats.org/officeDocument/2006/relationships/slideMaster" Target="/ppt/slideMasters/slideMaster1.xml" Id="R88f67d8b13f64325" /><Relationship Type="http://schemas.openxmlformats.org/officeDocument/2006/relationships/notesMaster" Target="/ppt/notesMasters/notesMaster1.xml" Id="R22bfa7f722154707" /><Relationship Type="http://schemas.openxmlformats.org/officeDocument/2006/relationships/presProps" Target="/ppt/presProps.xml" Id="R97b030540c174cc1" /><Relationship Type="http://schemas.openxmlformats.org/officeDocument/2006/relationships/tableStyles" Target="/ppt/tableStyles.xml" Id="R70dcd4e9613244f4" /><Relationship Type="http://schemas.openxmlformats.org/officeDocument/2006/relationships/slide" Target="/ppt/slides/slide1.xml" Id="R2d2479a42e004af5" /><Relationship Type="http://schemas.openxmlformats.org/officeDocument/2006/relationships/slide" Target="/ppt/slides/slide2.xml" Id="R35e99b98a2e34dfc" /><Relationship Type="http://schemas.openxmlformats.org/officeDocument/2006/relationships/slide" Target="/ppt/slides/slide3.xml" Id="Rd9c11dc096694db6" /><Relationship Type="http://schemas.openxmlformats.org/officeDocument/2006/relationships/slide" Target="/ppt/slides/slide4.xml" Id="R0ce5558ecb104a2b" /><Relationship Type="http://schemas.openxmlformats.org/officeDocument/2006/relationships/slide" Target="/ppt/slides/slide5.xml" Id="Rbf704cea90754b9b" /><Relationship Type="http://schemas.openxmlformats.org/officeDocument/2006/relationships/slide" Target="/ppt/slides/slide6.xml" Id="R2826ba52e1894762" /><Relationship Type="http://schemas.openxmlformats.org/officeDocument/2006/relationships/slide" Target="/ppt/slides/slide7.xml" Id="Rb4301b2114134c56" /><Relationship Type="http://schemas.openxmlformats.org/officeDocument/2006/relationships/slide" Target="/ppt/slides/slide8.xml" Id="R3fdbdaa00f6e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80575baae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38b06b91b84be2" /><Relationship Type="http://schemas.openxmlformats.org/officeDocument/2006/relationships/notesMaster" Target="/ppt/notesMasters/notesMaster1.xml" Id="R569649a712c5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13ccb4da94dd4" /><Relationship Type="http://schemas.openxmlformats.org/officeDocument/2006/relationships/notesMaster" Target="/ppt/notesMasters/notesMaster1.xml" Id="R8e86795d77a9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890d5686784218" /><Relationship Type="http://schemas.openxmlformats.org/officeDocument/2006/relationships/notesMaster" Target="/ppt/notesMasters/notesMaster1.xml" Id="Rbfd5b879131f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41b7fa6bc4f65" /><Relationship Type="http://schemas.openxmlformats.org/officeDocument/2006/relationships/notesMaster" Target="/ppt/notesMasters/notesMaster1.xml" Id="R0336cfc54b3a4c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e1ede49ba44885" /><Relationship Type="http://schemas.openxmlformats.org/officeDocument/2006/relationships/notesMaster" Target="/ppt/notesMasters/notesMaster1.xml" Id="R4bae3de351e249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c33517cdb5400e" /><Relationship Type="http://schemas.openxmlformats.org/officeDocument/2006/relationships/notesMaster" Target="/ppt/notesMasters/notesMaster1.xml" Id="Ra75304c71694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4de2de9fdf47e9" /><Relationship Type="http://schemas.openxmlformats.org/officeDocument/2006/relationships/notesMaster" Target="/ppt/notesMasters/notesMaster1.xml" Id="Rbabc41617180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e2b8ec13654e47" /><Relationship Type="http://schemas.openxmlformats.org/officeDocument/2006/relationships/notesMaster" Target="/ppt/notesMasters/notesMaster1.xml" Id="R351b82b506d343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Designing a practical Carry-All handle.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Communicating the handle through orthogonal drawing and a template.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Shaping and refining the Carry-All handle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aa27fef1b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a4d3e9d7124a6e" /><Relationship Type="http://schemas.openxmlformats.org/officeDocument/2006/relationships/slideLayout" Target="/ppt/slideLayouts/slideLayout1.xml" Id="R6ce52fdc5d25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52fdc5d25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9cdb9de9a4ee3" /><Relationship Type="http://schemas.openxmlformats.org/officeDocument/2006/relationships/image" Target="/ppt/media/image.png" Id="R9c53e3a272004f29" /><Relationship Type="http://schemas.openxmlformats.org/officeDocument/2006/relationships/notesSlide" Target="/ppt/notesSlides/notesSlide1.xml" Id="R6a31cbf01132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38c3c91b1407e" /><Relationship Type="http://schemas.openxmlformats.org/officeDocument/2006/relationships/notesSlide" Target="/ppt/notesSlides/notesSlide2.xml" Id="R6531bed382224d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c98f069744d0e" /><Relationship Type="http://schemas.openxmlformats.org/officeDocument/2006/relationships/notesSlide" Target="/ppt/notesSlides/notesSlide3.xml" Id="R062c6e91cc1b46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ac2d906f248c3" /><Relationship Type="http://schemas.openxmlformats.org/officeDocument/2006/relationships/notesSlide" Target="/ppt/notesSlides/notesSlide4.xml" Id="R03419b9c592a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67c03bccd485e" /><Relationship Type="http://schemas.openxmlformats.org/officeDocument/2006/relationships/notesSlide" Target="/ppt/notesSlides/notesSlide5.xml" Id="R206e1bfc6f72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bc044f67b4f18" /><Relationship Type="http://schemas.openxmlformats.org/officeDocument/2006/relationships/notesSlide" Target="/ppt/notesSlides/notesSlide6.xml" Id="R924b4448602a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b90d248cb48da" /><Relationship Type="http://schemas.openxmlformats.org/officeDocument/2006/relationships/notesSlide" Target="/ppt/notesSlides/notesSlide7.xml" Id="Rdc9862521a3c46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a67fd76194cb5" /><Relationship Type="http://schemas.openxmlformats.org/officeDocument/2006/relationships/notesSlide" Target="/ppt/notesSlides/notesSlide8.xml" Id="R3c0254d72b5b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94523-1ECC-4507-8510-5C8D738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8EFE3-B4AC-452F-B749-95A8CB18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2E12D-5EEB-4847-B27F-8C2C3725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80251-957D-49C0-B5E0-61E7DEB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Handle design, drawing and shaping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CB96D-D392-45FE-AB54-8D0DF4F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11–12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83FFE-C6BE-42E3-AB6C-D8A2C6B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9DA3C-3875-433B-BC79-D987952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17DE1-004E-433E-96A2-8D57317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3e3a272004f29"/>
          <a:stretch xmlns:a="http://schemas.openxmlformats.org/drawingml/2006/main"/>
        </p:blipFill>
        <p:spPr>
          <a:xfrm xmlns:a="http://schemas.openxmlformats.org/drawingml/2006/main">
            <a:off x="7658100" y="1514475"/>
            <a:ext cx="3714750" cy="37147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135045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56094-7B16-4BE5-8ED0-F79EEB90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2EB79-A10E-49EC-A760-DD66F93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083F1-A5D3-48E0-BD98-0F55D37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D67D9-877A-468D-BE21-F8DA94D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31175-467E-4595-AB36-080ADD5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E5B0C-1A08-4CC2-9100-28AA2FC9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E01A-7EE0-48BB-8F65-89BC9580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AB6A8-D88B-46E6-A4CE-9F99CB2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Designing a practical Carry-All handle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CB39F-A55F-437D-859A-5AE02ED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451E-9471-42D0-BD6B-3C505D0A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3409E-D928-470C-84AC-B1080F0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Communicating the handle through orthogonal drawing and a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C0321-076C-449E-BAE9-4100577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C0215-629F-4698-827A-EABFB0CA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76E7F-E8D0-4172-A0D7-94C5DAB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Shaping and refining the Carry-All handle safely</a:t>
            </a:r>
          </a:p>
        </p:txBody>
      </p:sp>
    </p:spTree>
    <p:extLst>
      <p:ext uri="{BB962C8B-B14F-4D97-AF65-F5344CB8AC3E}">
        <p14:creationId xmlns:p14="http://schemas.microsoft.com/office/powerpoint/2010/main" val="1222601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DBEDB-C5F0-407F-A607-9C314EF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72658-B649-4985-B4BD-334F363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DB831-490E-4F70-8D85-194DFEB2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5A9B0-CBBA-44CD-A1CF-28EAEC2E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Designing a practical Carry-All handle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5A371-28CF-4D50-A06F-DBF8F7D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7D9C7-7992-488A-BCF1-268EBCB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B3B4D-7118-4BEA-AB55-FCD7539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Carry-All handle is a working part of the product, not just a decorative opening.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61697-0DB0-4D72-892B-D88D669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840F3-02F8-41FF-B906-A257EBC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91FBC-6D03-4EFC-BD99-C1AE75B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must allow the Carry-All to be lifted and carried while remaining connected to the central handle or handle panel and the surrounding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B3D73-F28A-48DE-B813-6C70399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0D26E-A6FC-4C7A-B7A9-90C7FB1A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7CDFF-D850-4FA8-B85F-A1028F0C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working drawing shows a written 178 mm handle opening.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09E61-7B45-4421-B29D-374B70C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35474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57B36-2F2C-42A3-ADA2-D33D1A7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8EB93-64BB-4631-ADF1-14B41ED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8B872-20E7-437C-98BC-D312ACDB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0851-0E84-4D7A-B7D3-E2867688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Communicating the handle through orthogonal drawing and…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F5CB0-549E-43AD-B56E-C3DC64E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0C274-1E1D-46BE-B52D-B987A47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02E70-0027-4DA7-A106-D7C03548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Orthogonal drawing communicates the Carry-All handle by showing it from separate straight-on directions.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DAE3A-E01E-4466-A582-7D959B97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87049-0296-4BB3-983E-97F6E62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524AC-BBE2-40FF-B6E3-46CAD9B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front view can show the overall form of the handle opening and its relationship to the central handle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EC419-477C-457F-B3FB-84FD223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D7424-53A8-48EB-A997-0EE996A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EBCE-8246-4E5D-A623-22FF7CB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side view can communicate the thickness and position of that panel within the Carry-All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86FB3-5282-42C6-AB9A-CBE44C3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93539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635BF-839F-4004-850A-161555DA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4B779-BDD5-4492-8ED6-5386FB5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EE059-62CF-49E4-9BA7-587637F0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4EC6B-70A3-4D1C-B8C0-C8592CC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Shaping and refining the Carry-All handle safely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07AA0-3CAA-418A-AED8-6DADE76D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26480-9198-4054-B59B-0967F44F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5753A-045F-4B39-BB84-7E6C7EEA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Shaping the Carry-All handle should be completed in controlled stages rather than trying to reach the final line in one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A602-FC55-4CFE-ACDB-D591000B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E422A-52D3-4C0B-B725-A3B4B88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6AFD4-B752-467E-B6A7-46FB48C4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drawing or verified template establishes the handle opening and its position on the central handle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FE42D-928B-4C67-BD27-D23A4107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28D7E-3357-4A3B-BAD9-6D38100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2A1CF-0F62-49B3-8BDE-BF88ABC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marked boundary must remain visible during the early stages so there is enough material for careful refinement.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45BA5-3D61-45E5-9E66-7540834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69012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7B8F5-467B-49AC-808A-1D68D112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A7F7C-9DBD-46CE-BE7A-ADC907DE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67A15-4761-4527-9CB6-E3467AFF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1EC2C-520C-44F0-8989-8693BA8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D6A7D-8047-48FD-90C8-921BDB4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98A6C-2B2D-4DD5-A20D-0870A2D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Designing a practical Carry-All handle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EB9DA-7BC0-40FD-9968-F3123C82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FBD78-9CAB-404F-A43A-6C9B4CC7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Communicating the handle through orthogonal drawing and a template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372DF-E9F2-4750-B939-14DCF5FF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9FED-9AB1-416C-BED6-7102B8B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Shaping and refining the Carry-All handle safely</a:t>
            </a:r>
          </a:p>
        </p:txBody>
      </p:sp>
    </p:spTree>
    <p:extLst>
      <p:ext uri="{BB962C8B-B14F-4D97-AF65-F5344CB8AC3E}">
        <p14:creationId xmlns:p14="http://schemas.microsoft.com/office/powerpoint/2010/main" val="2134499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C03C6-359A-4F90-8764-AB33EEA6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C005-EB0F-4C43-B316-73FD438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1AF40-6AEF-4ABE-8683-DAE142D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2018F-62F0-45B6-AC64-C0003EC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14AC0-6745-4CB4-82DC-AE52FA9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167DC-2877-4FE9-A3C1-FD19CA9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15EE5-5A72-4407-9CB5-6EF190D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BBC8E-E76A-441C-BA83-31FF1942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ABF6C-19CB-4B25-83D1-1696D42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B4BF0-7311-4521-B87E-CD27FCB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9CCC-B152-4730-AD2F-78B6CDC4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D1F89-B2B1-4855-A81E-3633A63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BF06E-F502-42C3-AB6F-ED5D2E0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76D9E-25D1-4CA8-BEAC-2DB54AB7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A7A1A-2DE7-45B8-B165-AD2587A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995377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49D30-1D02-457F-817C-C2824B1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D2752-E982-442E-8EEA-1F2126C6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E7F2-D369-4DA9-95A7-C1F0B92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DB287-7072-46E0-9797-8442BCB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E225D-613F-4769-B7C0-355F2C1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8ECB2-765E-4F06-9B1C-85B7369B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E06FD-3E8F-4FCE-A7E3-5E5ABA74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Designing a practical Carry-All handle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2A6F6-A25C-46C8-9C99-B974A0B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9AE3-7A3F-48E5-BDFE-3E47B9E0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C15A1-3F3A-4C38-A445-DC14FB67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E6192-F62F-4822-8B11-0353524D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8D1F4-4728-409D-8ABE-B70116C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349957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2026-08-16T02:12:29.2970000Z</dcterms:created>
  <dcterms:modified xsi:type="dcterms:W3CDTF">2026-08-16T02:12:29.2970000Z</dcterms:modified>
</coreProperties>
</file>