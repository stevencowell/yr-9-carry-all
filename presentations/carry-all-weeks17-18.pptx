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3e516498ad404f" /><Relationship Type="http://schemas.openxmlformats.org/officeDocument/2006/relationships/extended-properties" Target="/docProps/app.xml" Id="Rf3b088e761e8433a" /><Relationship Type="http://schemas.openxmlformats.org/officeDocument/2006/relationships/officeDocument" Target="/ppt/presentation.xml" Id="Rc429d7e3ad564b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a914249b8d4ae4"/>
  </p:sldMasterIdLst>
  <p:notesMasterIdLst>
    <p:notesMasterId xmlns:r="http://schemas.openxmlformats.org/officeDocument/2006/relationships" r:id="R68d036ce636c424a"/>
  </p:notesMasterIdLst>
  <p:sldIdLst>
    <p:sldId xmlns:r="http://schemas.openxmlformats.org/officeDocument/2006/relationships" id="256" r:id="Rd76b3aa468d94b8d"/>
    <p:sldId xmlns:r="http://schemas.openxmlformats.org/officeDocument/2006/relationships" id="257" r:id="R8e51ae5893c94f4d"/>
    <p:sldId xmlns:r="http://schemas.openxmlformats.org/officeDocument/2006/relationships" id="258" r:id="Ra306cfcf72da4143"/>
    <p:sldId xmlns:r="http://schemas.openxmlformats.org/officeDocument/2006/relationships" id="259" r:id="R85c8b7e8804e43c6"/>
    <p:sldId xmlns:r="http://schemas.openxmlformats.org/officeDocument/2006/relationships" id="260" r:id="R9abf363180ba4f30"/>
    <p:sldId xmlns:r="http://schemas.openxmlformats.org/officeDocument/2006/relationships" id="261" r:id="R55ed4e2acf254a03"/>
    <p:sldId xmlns:r="http://schemas.openxmlformats.org/officeDocument/2006/relationships" id="262" r:id="Rbfc8f94696ae405e"/>
    <p:sldId xmlns:r="http://schemas.openxmlformats.org/officeDocument/2006/relationships" id="263" r:id="R46f308e96d4649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a28a9656794b34" /><Relationship Type="http://schemas.openxmlformats.org/officeDocument/2006/relationships/slideMaster" Target="/ppt/slideMasters/slideMaster1.xml" Id="R57a914249b8d4ae4" /><Relationship Type="http://schemas.openxmlformats.org/officeDocument/2006/relationships/notesMaster" Target="/ppt/notesMasters/notesMaster1.xml" Id="R68d036ce636c424a" /><Relationship Type="http://schemas.openxmlformats.org/officeDocument/2006/relationships/presProps" Target="/ppt/presProps.xml" Id="R43051d9f9c82416d" /><Relationship Type="http://schemas.openxmlformats.org/officeDocument/2006/relationships/tableStyles" Target="/ppt/tableStyles.xml" Id="R124af1e5f7844041" /><Relationship Type="http://schemas.openxmlformats.org/officeDocument/2006/relationships/slide" Target="/ppt/slides/slide1.xml" Id="Rd76b3aa468d94b8d" /><Relationship Type="http://schemas.openxmlformats.org/officeDocument/2006/relationships/slide" Target="/ppt/slides/slide2.xml" Id="R8e51ae5893c94f4d" /><Relationship Type="http://schemas.openxmlformats.org/officeDocument/2006/relationships/slide" Target="/ppt/slides/slide3.xml" Id="Ra306cfcf72da4143" /><Relationship Type="http://schemas.openxmlformats.org/officeDocument/2006/relationships/slide" Target="/ppt/slides/slide4.xml" Id="R85c8b7e8804e43c6" /><Relationship Type="http://schemas.openxmlformats.org/officeDocument/2006/relationships/slide" Target="/ppt/slides/slide5.xml" Id="R9abf363180ba4f30" /><Relationship Type="http://schemas.openxmlformats.org/officeDocument/2006/relationships/slide" Target="/ppt/slides/slide6.xml" Id="R55ed4e2acf254a03" /><Relationship Type="http://schemas.openxmlformats.org/officeDocument/2006/relationships/slide" Target="/ppt/slides/slide7.xml" Id="Rbfc8f94696ae405e" /><Relationship Type="http://schemas.openxmlformats.org/officeDocument/2006/relationships/slide" Target="/ppt/slides/slide8.xml" Id="R46f308e96d4649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c20771653c41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cdd3aaed50479d" /><Relationship Type="http://schemas.openxmlformats.org/officeDocument/2006/relationships/notesMaster" Target="/ppt/notesMasters/notesMaster1.xml" Id="R40325b30cb9748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3b2da3e3d04b18" /><Relationship Type="http://schemas.openxmlformats.org/officeDocument/2006/relationships/notesMaster" Target="/ppt/notesMasters/notesMaster1.xml" Id="R8ad063a6a9ef42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c70b92562b4885" /><Relationship Type="http://schemas.openxmlformats.org/officeDocument/2006/relationships/notesMaster" Target="/ppt/notesMasters/notesMaster1.xml" Id="Ra62be880e21044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b753f3a17149b6" /><Relationship Type="http://schemas.openxmlformats.org/officeDocument/2006/relationships/notesMaster" Target="/ppt/notesMasters/notesMaster1.xml" Id="R22c6a47a21244d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976c41ee744f01" /><Relationship Type="http://schemas.openxmlformats.org/officeDocument/2006/relationships/notesMaster" Target="/ppt/notesMasters/notesMaster1.xml" Id="Rebb0f7c08ca047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89427f0bdc403e" /><Relationship Type="http://schemas.openxmlformats.org/officeDocument/2006/relationships/notesMaster" Target="/ppt/notesMasters/notesMaster1.xml" Id="R43b33a0297cf4b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026eec644d42f2" /><Relationship Type="http://schemas.openxmlformats.org/officeDocument/2006/relationships/notesMaster" Target="/ppt/notesMasters/notesMaster1.xml" Id="R131a661a83934c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5854f8feb6467e" /><Relationship Type="http://schemas.openxmlformats.org/officeDocument/2006/relationships/notesMaster" Target="/ppt/notesMasters/notesMaster1.xml" Id="R0aeb07bec3014f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weeks17-18/index.html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weeks17-18/index.html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Selecting an approved finish for the Carry-All.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weeks17-18/index.html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Applying and inspecting the approved finish.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weeks17-18/index.html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Checking accuracy, function and workmanship.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weeks17-18/index.html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weeks17-18/index.html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weeks17-18/index.html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weeks17-18/index.html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76ab964a6b40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50456e5a1841e6" /><Relationship Type="http://schemas.openxmlformats.org/officeDocument/2006/relationships/slideLayout" Target="/ppt/slideLayouts/slideLayout1.xml" Id="Rc0aeea38d56c43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aeea38d56c43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233b005f6466c" /><Relationship Type="http://schemas.openxmlformats.org/officeDocument/2006/relationships/image" Target="/ppt/media/image.png" Id="R954d6fcf96ff4851" /><Relationship Type="http://schemas.openxmlformats.org/officeDocument/2006/relationships/notesSlide" Target="/ppt/notesSlides/notesSlide1.xml" Id="R112eee7d17af4a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c1bbf5e0d437b" /><Relationship Type="http://schemas.openxmlformats.org/officeDocument/2006/relationships/notesSlide" Target="/ppt/notesSlides/notesSlide2.xml" Id="Rd0695b1ec05543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ff5d8e23c47d2" /><Relationship Type="http://schemas.openxmlformats.org/officeDocument/2006/relationships/notesSlide" Target="/ppt/notesSlides/notesSlide3.xml" Id="R0bdcc57abe1546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f4ce446774339" /><Relationship Type="http://schemas.openxmlformats.org/officeDocument/2006/relationships/notesSlide" Target="/ppt/notesSlides/notesSlide4.xml" Id="R9f1cfdc8bbd645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06655623442c9" /><Relationship Type="http://schemas.openxmlformats.org/officeDocument/2006/relationships/notesSlide" Target="/ppt/notesSlides/notesSlide5.xml" Id="R015901aac2c545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106a8ae284bc4" /><Relationship Type="http://schemas.openxmlformats.org/officeDocument/2006/relationships/notesSlide" Target="/ppt/notesSlides/notesSlide6.xml" Id="R31ad9db208864d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8e6454cdb4585" /><Relationship Type="http://schemas.openxmlformats.org/officeDocument/2006/relationships/notesSlide" Target="/ppt/notesSlides/notesSlide7.xml" Id="Rb7d18206bc1142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2b972e1e549be" /><Relationship Type="http://schemas.openxmlformats.org/officeDocument/2006/relationships/notesSlide" Target="/ppt/notesSlides/notesSlide8.xml" Id="R26f8d55f518f40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90A4B6-5189-4BE3-A69C-7AC38A46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89EB9-EA45-49DD-A14A-6CCFCDED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6DBA99-4B32-451F-87DB-5C06BD8D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17–18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EA3705-10F8-4B13-BFBD-B9993129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73D31"/>
                </a:solidFill>
              </a:defRPr>
            </a:pPr>
            <a:r>
              <a:rPr sz="5100" b="1">
                <a:solidFill>
                  <a:srgbClr val="173D31"/>
                </a:solidFill>
              </a:rPr>
              <a:t>Finish and final workmanship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1F328-C28F-4CC5-9B25-0A608E7A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Weeks 17–18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88208A-9E56-4D7F-9DAA-957D2F74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65BF8-5072-4B21-9428-BF244E67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925A45-767F-4B93-88F4-664F2C61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F2D4B8"/>
          </a:solidFill>
          <a:ln xmlns:a="http://schemas.openxmlformats.org/drawingml/2006/main" w="0">
            <a:solidFill>
              <a:srgbClr val="F2D4B8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4d6fcf96ff4851"/>
          <a:stretch xmlns:a="http://schemas.openxmlformats.org/drawingml/2006/main"/>
        </p:blipFill>
        <p:spPr>
          <a:xfrm xmlns:a="http://schemas.openxmlformats.org/drawingml/2006/main">
            <a:off x="7658100" y="1514475"/>
            <a:ext cx="3714750" cy="371475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3319993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36DBBF-9B62-4B0C-AB65-A5C39981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A7EEAB-1A57-4810-A09F-C323F67D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75BC83-4598-4A93-8C2F-143ED302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17–18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FDE48-6EDA-41F2-B1EC-5F45FF19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78321B-371D-403B-8885-A31C5008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63B4E-8A45-454E-9DEF-571BFC9B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4D016C-EBFC-4117-A7AE-8FDAC024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AFB08-D93E-4791-8B19-49A7C240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Selecting an approved finish for the Carry-All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829FC4-6A88-443B-AC07-E9941F25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B29639-28EA-4517-AA9F-A812F2F4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B3561B-3B90-48B8-B87F-159BAFF6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Applying and inspecting the approved finish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B23AF2-5C1A-42BE-804C-2FF0A90B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E13002-E537-4DDA-8794-7887BC35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44D795-E8AC-4ED9-B006-C99D5DA0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Checking accuracy, function and workmanship</a:t>
            </a:r>
          </a:p>
        </p:txBody>
      </p:sp>
    </p:spTree>
    <p:extLst>
      <p:ext uri="{BB962C8B-B14F-4D97-AF65-F5344CB8AC3E}">
        <p14:creationId xmlns:p14="http://schemas.microsoft.com/office/powerpoint/2010/main" val="18973542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EA043A-7F52-4D60-8CA9-73C8947C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7E0080-51E1-457F-89CB-A2372D0A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A2B65-742D-48FD-BCEC-E22B8C56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17–18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913288-EB18-4AF2-BB6B-D2AFF659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Selecting an approved finish for the Carry-All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E3DB0-1DE7-4400-A001-7DE7B48F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D2CE8-1A7D-43B3-9F0F-676D0ADC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4AA87C-8C22-4E0D-B800-34A1028C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finish applied to the Carry-All should protect the timber, improve its appearance and suit the product’s intended use.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FF2F1-5872-4697-9721-A79CF0A8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33AE46-F211-49D9-854D-96F68EF1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9B9B14-065A-4B10-BEB8-D72DEF59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finish can affect resistance to handling, dirt, moisture and normal wear, but no product makes timber indestructible.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D38329-5A86-4334-A820-E9506A51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187D89-27BB-416E-93F6-62162FD3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DA52FD-12BD-4ED4-8660-B0E51DF7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Selection should begin by considering how the Carry-All will be used, where it may be stored, the level of durability required and the appearance expected in the…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CC46F5-ED49-4063-9E70-609917BD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5340078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BEBD4B-A8E7-47F4-B2C1-792E73C5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AE33E-6EC0-41A9-89A5-71F98A6D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C1CD7F-81CD-4A96-A0AB-56AA76C3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17–18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09971-FDFD-4F45-B7FE-2BECAC01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Applying and inspecting the approved finish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D2424-3274-45BB-AE93-9FA2A806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B68482-C49A-413D-AAAB-0F5951A9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DA5BA9-6149-44FA-972B-EAC39EFB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Applying the approved finish is a controlled manufacturing stage, not simply adding colour or shine.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0A456-6FD3-4C24-8748-B35F6BC9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FC5E72-A74F-40E5-8F36-0C8744CF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12164B-C9F4-4D56-959C-8AC7BA9E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Before beginning, confirm that the Carry-All has passed its surface-preparation inspection and that the work area, product and required safety controls are ready.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94168A-BB3B-4974-91AB-876F67C8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42AFE5-8018-4BC7-8EB5-67E60401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60437F-4E99-432E-BEBA-822FEFC9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product label, Safety Data Sheet, teacher directions, SWMS and school procedures control application, ventilation, personal protective equipment, handling,…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CDFC53-88F4-4337-B629-6BE0C4A1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8904271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FCB080-CF44-4CDB-9653-27B90299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49A796-2943-4E9B-AA67-34AE2DA9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A2FD3-1D80-40DE-8153-12D52D3F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17–18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8CA2C-C97B-4518-A26E-90CF5414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Checking accuracy, function and workmanship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F6BD7-C2DD-481C-8559-CDB88DC5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55FD5E-9AFC-437C-B05C-92457643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AE036-21FB-46D2-B281-DC3A075E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Quality checking means comparing the completed Carry-All with the working drawing, teacher directions and project brief using clear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B05A54-26C1-43E0-9F14-E39146E7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33994A-03E3-40FE-9F2C-62D0E206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EBFBE8-334B-49FB-8C74-96D07EBD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Appearance matters, but a product is not successful simply because it looks neat from a distance.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265B73-0F10-4C9C-8627-A861D801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4E190A-1842-42C0-89A4-1405FE46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428DBB-CCE2-4D06-85CD-DAF672E4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Accuracy, function, stability, safety and finish must all be inspected.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545BF2-E5EE-4820-BAF2-FCE7D739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7079351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398FD6-9CB8-4362-A816-EA54EAA8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535AA-E060-476D-9C85-1EB262EF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F2DB9-B568-4232-ABF7-38BAA4DD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17–18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501227-3329-4AC3-BE4A-C138C53F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87400-BAE0-4F95-A436-6E0BFD73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26A32"/>
                </a:solidFill>
              </a:defRPr>
            </a:pPr>
            <a:r>
              <a:rPr sz="1575" b="1">
                <a:solidFill>
                  <a:srgbClr val="C26A32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36C17-F4A2-49E2-985D-D8AFB223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Selecting an approved finish for the Carry-All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6C273-639A-4951-9645-3F01D4FB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26A32"/>
                </a:solidFill>
              </a:defRPr>
            </a:pPr>
            <a:r>
              <a:rPr sz="1575" b="1">
                <a:solidFill>
                  <a:srgbClr val="C26A32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59B47B-0662-408F-ACEF-92063E3C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Applying and inspecting the approved finish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DC0BCC-935A-4B64-9E83-71DB267A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26A32"/>
                </a:solidFill>
              </a:defRPr>
            </a:pPr>
            <a:r>
              <a:rPr sz="1575" b="1">
                <a:solidFill>
                  <a:srgbClr val="C26A32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3D8FCF-51ED-43E3-9B59-77399B81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Checking accuracy, function and workmanship</a:t>
            </a:r>
          </a:p>
        </p:txBody>
      </p:sp>
    </p:spTree>
    <p:extLst>
      <p:ext uri="{BB962C8B-B14F-4D97-AF65-F5344CB8AC3E}">
        <p14:creationId xmlns:p14="http://schemas.microsoft.com/office/powerpoint/2010/main" val="6427619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B9BC7A-3B14-482E-8ACF-839D6EAF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250AE7-8798-4EAD-8212-39BEFF6A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53ACF-0E1E-4130-9724-588B1BFC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17–18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FBFD06-28B3-4289-BC5B-3602D0B3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1B2E4-8E87-4E60-87B9-308D8913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26A32"/>
                </a:solidFill>
              </a:defRPr>
            </a:pPr>
            <a:r>
              <a:rPr sz="2100" b="1">
                <a:solidFill>
                  <a:srgbClr val="C26A32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7D0D7A-8274-41F5-A298-59DA89EA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C23A95-CEEC-4804-ABC4-E3DF8419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907838-D963-4EC8-95F3-77D586C1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26A32"/>
                </a:solidFill>
              </a:defRPr>
            </a:pPr>
            <a:r>
              <a:rPr sz="2100" b="1">
                <a:solidFill>
                  <a:srgbClr val="C26A32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14367-E652-421C-97B2-9C3E7C46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1E01B6-F483-4C67-8237-391B8AC1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DF26F2-7279-49CB-84CA-F7E54345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26A32"/>
                </a:solidFill>
              </a:defRPr>
            </a:pPr>
            <a:r>
              <a:rPr sz="2100" b="1">
                <a:solidFill>
                  <a:srgbClr val="C26A32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82DAD7-8863-462E-ABA8-75C1779D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AC89B5-18B2-44CA-8571-E9AE5F1D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04094C-A1D4-4F94-9D04-D2650408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26A32"/>
                </a:solidFill>
              </a:defRPr>
            </a:pPr>
            <a:r>
              <a:rPr sz="2100" b="1">
                <a:solidFill>
                  <a:srgbClr val="C26A32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24C137-4B06-41B8-945B-999B8C5D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4335291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734FC-4F98-4359-9722-A854B970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347898-76AE-4480-B58C-18504C68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D8120-58DE-4D15-AD47-D95DDC1A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17–18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D0964-5EFC-4FAD-A58B-4BA82D2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CD31C2-5E82-4D9F-8834-C205BFB3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DD34E-0C7F-42D3-A319-870C96AE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B8195-C1BF-4253-AB80-48FF0FE9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1. One idea I can now explain: Selecting an approved finish for the Carry-All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49A39-C1ED-4BC7-A81C-186E2581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CA1E9D-F39B-487E-817D-41F99ED8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340910-1D94-4D64-A8A1-E7C70032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D43086-18E5-41BC-9EE1-473E832A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D8F648-43F4-425F-8CFA-C1E4026C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2050916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2026-08-16T02:12:31.2460000Z</dcterms:created>
  <dcterms:modified xsi:type="dcterms:W3CDTF">2026-08-16T02:12:31.2460000Z</dcterms:modified>
</coreProperties>
</file>