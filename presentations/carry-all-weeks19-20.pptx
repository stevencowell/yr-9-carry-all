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5eede6bb504d8e" /><Relationship Type="http://schemas.openxmlformats.org/officeDocument/2006/relationships/extended-properties" Target="/docProps/app.xml" Id="R050a845e6b6a46b6" /><Relationship Type="http://schemas.openxmlformats.org/officeDocument/2006/relationships/officeDocument" Target="/ppt/presentation.xml" Id="R3ecbfe80fd5c4a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dc361b7f1746e3"/>
  </p:sldMasterIdLst>
  <p:notesMasterIdLst>
    <p:notesMasterId xmlns:r="http://schemas.openxmlformats.org/officeDocument/2006/relationships" r:id="Rfa43601011ff4856"/>
  </p:notesMasterIdLst>
  <p:sldIdLst>
    <p:sldId xmlns:r="http://schemas.openxmlformats.org/officeDocument/2006/relationships" id="256" r:id="R51a00c6a90334b36"/>
    <p:sldId xmlns:r="http://schemas.openxmlformats.org/officeDocument/2006/relationships" id="257" r:id="R0146acddbad541ad"/>
    <p:sldId xmlns:r="http://schemas.openxmlformats.org/officeDocument/2006/relationships" id="258" r:id="Rfe8b8bbc0b9f4dd0"/>
    <p:sldId xmlns:r="http://schemas.openxmlformats.org/officeDocument/2006/relationships" id="259" r:id="R7ced5643c93f422d"/>
    <p:sldId xmlns:r="http://schemas.openxmlformats.org/officeDocument/2006/relationships" id="260" r:id="R776253d42d674681"/>
    <p:sldId xmlns:r="http://schemas.openxmlformats.org/officeDocument/2006/relationships" id="261" r:id="Rcff751b8de7e41d9"/>
    <p:sldId xmlns:r="http://schemas.openxmlformats.org/officeDocument/2006/relationships" id="262" r:id="Rd02c9f1f3b7a4273"/>
    <p:sldId xmlns:r="http://schemas.openxmlformats.org/officeDocument/2006/relationships" id="263" r:id="R6d17c3d8afc14e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456bb944074fce" /><Relationship Type="http://schemas.openxmlformats.org/officeDocument/2006/relationships/slideMaster" Target="/ppt/slideMasters/slideMaster1.xml" Id="Rf0dc361b7f1746e3" /><Relationship Type="http://schemas.openxmlformats.org/officeDocument/2006/relationships/notesMaster" Target="/ppt/notesMasters/notesMaster1.xml" Id="Rfa43601011ff4856" /><Relationship Type="http://schemas.openxmlformats.org/officeDocument/2006/relationships/presProps" Target="/ppt/presProps.xml" Id="Rcd841b2679934f3f" /><Relationship Type="http://schemas.openxmlformats.org/officeDocument/2006/relationships/tableStyles" Target="/ppt/tableStyles.xml" Id="R4811a41602354dcf" /><Relationship Type="http://schemas.openxmlformats.org/officeDocument/2006/relationships/slide" Target="/ppt/slides/slide1.xml" Id="R51a00c6a90334b36" /><Relationship Type="http://schemas.openxmlformats.org/officeDocument/2006/relationships/slide" Target="/ppt/slides/slide2.xml" Id="R0146acddbad541ad" /><Relationship Type="http://schemas.openxmlformats.org/officeDocument/2006/relationships/slide" Target="/ppt/slides/slide3.xml" Id="Rfe8b8bbc0b9f4dd0" /><Relationship Type="http://schemas.openxmlformats.org/officeDocument/2006/relationships/slide" Target="/ppt/slides/slide4.xml" Id="R7ced5643c93f422d" /><Relationship Type="http://schemas.openxmlformats.org/officeDocument/2006/relationships/slide" Target="/ppt/slides/slide5.xml" Id="R776253d42d674681" /><Relationship Type="http://schemas.openxmlformats.org/officeDocument/2006/relationships/slide" Target="/ppt/slides/slide6.xml" Id="Rcff751b8de7e41d9" /><Relationship Type="http://schemas.openxmlformats.org/officeDocument/2006/relationships/slide" Target="/ppt/slides/slide7.xml" Id="Rd02c9f1f3b7a4273" /><Relationship Type="http://schemas.openxmlformats.org/officeDocument/2006/relationships/slide" Target="/ppt/slides/slide8.xml" Id="R6d17c3d8afc14e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1f6e67a58c47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1a5ada4434502" /><Relationship Type="http://schemas.openxmlformats.org/officeDocument/2006/relationships/notesMaster" Target="/ppt/notesMasters/notesMaster1.xml" Id="Rd3a72b0836a74d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6480817dac44df" /><Relationship Type="http://schemas.openxmlformats.org/officeDocument/2006/relationships/notesMaster" Target="/ppt/notesMasters/notesMaster1.xml" Id="R89e5eb0fe8fc49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68bf834c984fb3" /><Relationship Type="http://schemas.openxmlformats.org/officeDocument/2006/relationships/notesMaster" Target="/ppt/notesMasters/notesMaster1.xml" Id="R3c2e88bbe8e140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1d838b9da44cde" /><Relationship Type="http://schemas.openxmlformats.org/officeDocument/2006/relationships/notesMaster" Target="/ppt/notesMasters/notesMaster1.xml" Id="R86b26d2c53154e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58e00b5ffa4895" /><Relationship Type="http://schemas.openxmlformats.org/officeDocument/2006/relationships/notesMaster" Target="/ppt/notesMasters/notesMaster1.xml" Id="R0d427b7148084a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8cd0a7879d49ba" /><Relationship Type="http://schemas.openxmlformats.org/officeDocument/2006/relationships/notesMaster" Target="/ppt/notesMasters/notesMaster1.xml" Id="R1542913c702643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3c13521ca6440e" /><Relationship Type="http://schemas.openxmlformats.org/officeDocument/2006/relationships/notesMaster" Target="/ppt/notesMasters/notesMaster1.xml" Id="R6824aa051dac4d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71d87e89b64e05" /><Relationship Type="http://schemas.openxmlformats.org/officeDocument/2006/relationships/notesMaster" Target="/ppt/notesMasters/notesMaster1.xml" Id="Rdc6bd7d81ac74b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Building a traceable Carry-All evidence folio.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Diagnosing and correcting Carry-All problems.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Using PMI to evaluate the completed Carry-All.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weeks19-20/index.html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723571e0041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8b8b6fa11d4556" /><Relationship Type="http://schemas.openxmlformats.org/officeDocument/2006/relationships/slideLayout" Target="/ppt/slideLayouts/slideLayout1.xml" Id="R07b246542d0c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b246542d0c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f430caa2e41b0" /><Relationship Type="http://schemas.openxmlformats.org/officeDocument/2006/relationships/image" Target="/ppt/media/image.png" Id="R3abca7a337dd45cf" /><Relationship Type="http://schemas.openxmlformats.org/officeDocument/2006/relationships/notesSlide" Target="/ppt/notesSlides/notesSlide1.xml" Id="Reeceb1d7b82c41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3d443e1e64f6e" /><Relationship Type="http://schemas.openxmlformats.org/officeDocument/2006/relationships/notesSlide" Target="/ppt/notesSlides/notesSlide2.xml" Id="Rbc6c9d1678a745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de68328404608" /><Relationship Type="http://schemas.openxmlformats.org/officeDocument/2006/relationships/notesSlide" Target="/ppt/notesSlides/notesSlide3.xml" Id="Rfbac5fbfef394d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381f509344384" /><Relationship Type="http://schemas.openxmlformats.org/officeDocument/2006/relationships/notesSlide" Target="/ppt/notesSlides/notesSlide4.xml" Id="R9342bb4fc9b849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ca42a1348433b" /><Relationship Type="http://schemas.openxmlformats.org/officeDocument/2006/relationships/notesSlide" Target="/ppt/notesSlides/notesSlide5.xml" Id="Re9d6d5b0f64843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1cdbadf6e4f4a" /><Relationship Type="http://schemas.openxmlformats.org/officeDocument/2006/relationships/notesSlide" Target="/ppt/notesSlides/notesSlide6.xml" Id="R5bb1001b0b9744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8c579237542ee" /><Relationship Type="http://schemas.openxmlformats.org/officeDocument/2006/relationships/notesSlide" Target="/ppt/notesSlides/notesSlide7.xml" Id="Re41cdb2180994c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25aae5716437c" /><Relationship Type="http://schemas.openxmlformats.org/officeDocument/2006/relationships/notesSlide" Target="/ppt/notesSlides/notesSlide8.xml" Id="Rf35fce8f091e47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D67D0-442D-49A0-9F80-B87A5D45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E866E-E262-471E-8073-DB64F1ED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3136F-8DB8-4FD0-B1DB-37A01A19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62828-A5F4-4374-B284-7556F59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Evidence, problem solving and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9DAC2-37AD-4DCD-B0E9-563B9CFA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19–20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7E765-8474-47B3-B6FB-CDE9C37D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7C8BF-5C49-497B-B927-B5719772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82E88-12D2-4916-AFC2-8CC6D15C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F2D4B8"/>
          </a:solidFill>
          <a:ln xmlns:a="http://schemas.openxmlformats.org/drawingml/2006/main" w="0">
            <a:solidFill>
              <a:srgbClr val="F2D4B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ca7a337dd45cf"/>
          <a:stretch xmlns:a="http://schemas.openxmlformats.org/drawingml/2006/main"/>
        </p:blipFill>
        <p:spPr>
          <a:xfrm xmlns:a="http://schemas.openxmlformats.org/drawingml/2006/main">
            <a:off x="7658100" y="1514475"/>
            <a:ext cx="3714750" cy="371475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900923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08C68-4686-4391-BCB1-8339625E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5821F-2AF9-4AF9-97FA-508C0268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5D7B5-D437-4AB5-9EF9-A810A05F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5A90E-5F5B-4724-945B-C1CF35CE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94423-5646-4736-A791-B1805AD4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5814D-A70E-4433-8776-981E2A6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F483E-98F1-4465-A674-5A63D64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2EC44-403B-4D66-85D0-5E22B160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Building a traceable Carry-All evidence 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819BF-7352-4FF0-9E57-96A49D35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FF7A9-9F66-4F8E-BD20-7029B5EA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0269D-8A57-4DA8-8FB4-AF1B5777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Diagnosing and correcting Carry-All problems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3B915-EAFB-4C7A-A72D-B16F7E49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CD617-91DA-41FA-A1CD-AFA9D27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1C14C-320A-48E3-9273-79AC056A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Using PMI to evaluate the completed Carry-All</a:t>
            </a:r>
          </a:p>
        </p:txBody>
      </p:sp>
    </p:spTree>
    <p:extLst>
      <p:ext uri="{BB962C8B-B14F-4D97-AF65-F5344CB8AC3E}">
        <p14:creationId xmlns:p14="http://schemas.microsoft.com/office/powerpoint/2010/main" val="1612973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69CC5-104E-4F3B-A792-8659AEA6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BB41E-0F56-4D94-8F2A-6E251AEF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BD1B3-A89E-43FD-8FAC-5A8FF844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55FE8-D8F7-45AC-83AE-7E6D86F4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Building a traceable Carry-All evidence 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52393-37FD-4FDB-8FCB-4BAD252C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45089-3AF0-4673-9FAB-93C7C83D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C14F6-51B0-4F29-8234-28E2532C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traceable evidence folio shows how the Carry-All developed from the working drawing into a completed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0FBEB-2A63-4E33-A118-5F440403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B09E2-69CB-469C-8AED-850CC326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5DAA9-D98D-490C-8449-04027AAE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should connect planning, safe work, practical decisions, quality checks and evaluation in a clear sequence.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6893C-AA74-4818-B8D5-78BA9AB7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DD406-9F94-4431-AAAE-362EBFEF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3EF12-64A3-45A7-ACEF-42F36335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folio is not simply a collection of attractive final photographs.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A3E91-A153-444C-81D8-8CE544F7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20685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DEC5C-55FA-494C-B897-09F2619F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89E05-5B9E-4347-9150-4D69E68C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B2377-8BDB-4C2D-AFE0-65E8907D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9D536-996B-4AE7-87E1-E531FF1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Diagnosing and correcting Carry-All problems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8693A-A0E5-4931-B200-EDA1AB61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2DB31-FFEF-4D79-BB88-DBF43783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F7FF2-B636-403C-9258-AA27C3C1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Problem-solving begins by separating the visible symptom from its possible cause 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0DC09-C7D8-41D5-9A80-49A12524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8C716-7AF8-4D52-9EE7-30E08162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11608-BBFF-4878-AAB7-03DAAC95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tight joint, loose joint, out-of-square dry assembly or visible finish defect tells you that something is wrong, but not necessarily why.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D9AD6-92EC-4504-9251-1630082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1B4C9-9BBB-45F4-853E-8589E1D2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DAABF-7DFB-46C7-A042-C5D29143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Acting on the first guess can make the problem worse.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0C078-2A12-4986-8D80-D0014268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04059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56199-2715-4F22-ABAD-70D23291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738B6-4373-4358-89E1-04D45370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FC097-BC39-43E3-A1FE-EB3F7637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C2982-547E-4115-9749-96AFC642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Using PMI to evaluate the completed Carry-All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ACDA5-F107-4545-9226-EC2E8E75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8D616-CE12-4143-8A25-7C026B09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6468B-9636-4BEE-993B-A0AF84D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PMI stands for Plus, Minus and Interesting 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93649-DE4F-4C57-9C33-377C8A38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B0188-AC0C-42FD-AFE0-F28CA126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9B3CE-C5B8-48E4-A3CA-DA3C28CC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provides a clear structure for evaluating the completed Carry-All without reducing the judgement to “good” or “bad”.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91AB5-3AA7-4693-BF3B-971BB5DC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68958-41BF-46BA-A26C-717374B4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AEF0C-2335-4F12-808D-809FB61D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strong PMI uses evidence from the working drawing, project brief, SWMS, process photographs and final quality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02677-8A45-48CD-AEE5-02376F32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501747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12384-476A-488A-A502-595ECE78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2F1C9-1CA1-408F-86FC-A84E59F6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4E34D-3666-4406-87D0-A9F9B04A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3CA5C-9305-4075-BECC-B87E2827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3675F-D20C-4710-AB00-E1CB5DB5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0CE5B-6F3E-4F47-A9BB-7C36CA67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Building a traceable Carry-All evidence 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50F6F-D85D-4399-BAFE-6D5BE386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EEECA-FD69-47A0-9836-CAEB1B15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Diagnosing and correcting Carry-All problems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8DB39-6CAD-475F-9B1E-5B5E1FC9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B42A3-D565-452F-87B0-72042436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Using PMI to evaluate the completed Carry-All</a:t>
            </a:r>
          </a:p>
        </p:txBody>
      </p:sp>
    </p:spTree>
    <p:extLst>
      <p:ext uri="{BB962C8B-B14F-4D97-AF65-F5344CB8AC3E}">
        <p14:creationId xmlns:p14="http://schemas.microsoft.com/office/powerpoint/2010/main" val="7383365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D15E0-C829-41CD-872B-33E5C737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21AD5-35B3-481F-9E12-92AA5805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425EE-AE48-4FD8-ABC6-256BA3E0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C6008-9472-4E5D-8EF4-60E5F03A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B58EC-728E-44A4-AA30-D2E97215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D133E-FCE3-4C29-B27F-C29CA4A6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1ACD2-A3A3-4207-84A9-13DB2497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301D8-0E67-4EC6-AE6E-36EFDCB5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15221-FBBE-4286-B0B8-A31DF200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2A9AE-CD6B-47DD-BE57-EDC8CB76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1CE5F-291B-4F57-909D-1B5502EB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68ADD-BAB0-4BB9-B290-7E1F2917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143DF-731D-4E5D-880D-6436AF12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3D557-59F2-427D-A661-3B917668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4E8B5-7355-4DC2-AFA7-12A91AF0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571093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31BDB-1003-4CC2-A6C9-8AF9479C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A8BE4-D55B-4FDF-AF85-63C594FE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6CE8B-44F6-486E-95F0-836D4166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19–20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726FF-5A43-4722-A7DC-08DC0850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CAC1B-BD4D-4933-A69B-30E5DF8E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CC2D6-0E64-4333-AF6C-02EF2D9E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8FB7A-71D7-47AC-853D-639CB602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Building a traceable Carry-All evidence 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73888-DC54-4B7A-8875-22457C24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3A6E9-3CD5-4CC5-AFD9-52ED081B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BA779-1541-4CBD-B963-ECF2D258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E4589-6292-48F1-A9EB-3D959B9A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7652B-78CB-442D-922B-4266A71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648513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2026-08-16T02:12:31.8450000Z</dcterms:created>
  <dcterms:modified xsi:type="dcterms:W3CDTF">2026-08-16T02:12:31.8450000Z</dcterms:modified>
</coreProperties>
</file>