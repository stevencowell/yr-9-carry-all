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267dff505f4b4b" /><Relationship Type="http://schemas.openxmlformats.org/officeDocument/2006/relationships/extended-properties" Target="/docProps/app.xml" Id="R5e6e08a1b91b4dbb" /><Relationship Type="http://schemas.openxmlformats.org/officeDocument/2006/relationships/officeDocument" Target="/ppt/presentation.xml" Id="Ra77e386b87ba4e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5238f2182a4b73"/>
  </p:sldMasterIdLst>
  <p:notesMasterIdLst>
    <p:notesMasterId xmlns:r="http://schemas.openxmlformats.org/officeDocument/2006/relationships" r:id="R34949a65c6094ac4"/>
  </p:notesMasterIdLst>
  <p:sldIdLst>
    <p:sldId xmlns:r="http://schemas.openxmlformats.org/officeDocument/2006/relationships" id="256" r:id="R64e3beca441f4cac"/>
    <p:sldId xmlns:r="http://schemas.openxmlformats.org/officeDocument/2006/relationships" id="257" r:id="R8809388eeee74a33"/>
    <p:sldId xmlns:r="http://schemas.openxmlformats.org/officeDocument/2006/relationships" id="258" r:id="Rdc2d51dae0084f96"/>
    <p:sldId xmlns:r="http://schemas.openxmlformats.org/officeDocument/2006/relationships" id="259" r:id="R5ab8a204c560426f"/>
    <p:sldId xmlns:r="http://schemas.openxmlformats.org/officeDocument/2006/relationships" id="260" r:id="R25c2f4100e2e410d"/>
    <p:sldId xmlns:r="http://schemas.openxmlformats.org/officeDocument/2006/relationships" id="261" r:id="Ref61f5d34e5445a0"/>
    <p:sldId xmlns:r="http://schemas.openxmlformats.org/officeDocument/2006/relationships" id="262" r:id="Refe713b7260d48fc"/>
    <p:sldId xmlns:r="http://schemas.openxmlformats.org/officeDocument/2006/relationships" id="263" r:id="R8cd179800b1542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75764a71ac4524" /><Relationship Type="http://schemas.openxmlformats.org/officeDocument/2006/relationships/slideMaster" Target="/ppt/slideMasters/slideMaster1.xml" Id="R695238f2182a4b73" /><Relationship Type="http://schemas.openxmlformats.org/officeDocument/2006/relationships/notesMaster" Target="/ppt/notesMasters/notesMaster1.xml" Id="R34949a65c6094ac4" /><Relationship Type="http://schemas.openxmlformats.org/officeDocument/2006/relationships/presProps" Target="/ppt/presProps.xml" Id="R5e0c2dc9389348b0" /><Relationship Type="http://schemas.openxmlformats.org/officeDocument/2006/relationships/tableStyles" Target="/ppt/tableStyles.xml" Id="R9c47bd1265dd49b3" /><Relationship Type="http://schemas.openxmlformats.org/officeDocument/2006/relationships/slide" Target="/ppt/slides/slide1.xml" Id="R64e3beca441f4cac" /><Relationship Type="http://schemas.openxmlformats.org/officeDocument/2006/relationships/slide" Target="/ppt/slides/slide2.xml" Id="R8809388eeee74a33" /><Relationship Type="http://schemas.openxmlformats.org/officeDocument/2006/relationships/slide" Target="/ppt/slides/slide3.xml" Id="Rdc2d51dae0084f96" /><Relationship Type="http://schemas.openxmlformats.org/officeDocument/2006/relationships/slide" Target="/ppt/slides/slide4.xml" Id="R5ab8a204c560426f" /><Relationship Type="http://schemas.openxmlformats.org/officeDocument/2006/relationships/slide" Target="/ppt/slides/slide5.xml" Id="R25c2f4100e2e410d" /><Relationship Type="http://schemas.openxmlformats.org/officeDocument/2006/relationships/slide" Target="/ppt/slides/slide6.xml" Id="Ref61f5d34e5445a0" /><Relationship Type="http://schemas.openxmlformats.org/officeDocument/2006/relationships/slide" Target="/ppt/slides/slide7.xml" Id="Refe713b7260d48fc" /><Relationship Type="http://schemas.openxmlformats.org/officeDocument/2006/relationships/slide" Target="/ppt/slides/slide8.xml" Id="R8cd179800b1542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129ad869842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5b3df5aacc477b" /><Relationship Type="http://schemas.openxmlformats.org/officeDocument/2006/relationships/notesMaster" Target="/ppt/notesMasters/notesMaster1.xml" Id="Ra2752508df9940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ee35974f3b41a3" /><Relationship Type="http://schemas.openxmlformats.org/officeDocument/2006/relationships/notesMaster" Target="/ppt/notesMasters/notesMaster1.xml" Id="R04c58f23fcbb4a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11daf859dd490d" /><Relationship Type="http://schemas.openxmlformats.org/officeDocument/2006/relationships/notesMaster" Target="/ppt/notesMasters/notesMaster1.xml" Id="Rae9f5a05b8e945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7283ef66a448ff" /><Relationship Type="http://schemas.openxmlformats.org/officeDocument/2006/relationships/notesMaster" Target="/ppt/notesMasters/notesMaster1.xml" Id="Raa579b4a6a4b42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937b59ad5242a0" /><Relationship Type="http://schemas.openxmlformats.org/officeDocument/2006/relationships/notesMaster" Target="/ppt/notesMasters/notesMaster1.xml" Id="R1233cc60b46c47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1b3e75d3774055" /><Relationship Type="http://schemas.openxmlformats.org/officeDocument/2006/relationships/notesMaster" Target="/ppt/notesMasters/notesMaster1.xml" Id="R10414795bf6a4f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e28b8eea41412a" /><Relationship Type="http://schemas.openxmlformats.org/officeDocument/2006/relationships/notesMaster" Target="/ppt/notesMasters/notesMaster1.xml" Id="R7d8a30e93a1749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56949d5710466c" /><Relationship Type="http://schemas.openxmlformats.org/officeDocument/2006/relationships/notesMaster" Target="/ppt/notesMasters/notesMaster1.xml" Id="Rc60f7719cf294a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Comparing box-pin joints as alternative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Comparing dovetail joints as alternative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Applying the assessed rebate-and-housing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8f2a338c147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2618f27fe44eb" /><Relationship Type="http://schemas.openxmlformats.org/officeDocument/2006/relationships/slideLayout" Target="/ppt/slideLayouts/slideLayout1.xml" Id="R93517c297b3749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517c297b3749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c1e2c00ac4dd3" /><Relationship Type="http://schemas.openxmlformats.org/officeDocument/2006/relationships/image" Target="/ppt/media/image.png" Id="R8fc24e0ec66b4529" /><Relationship Type="http://schemas.openxmlformats.org/officeDocument/2006/relationships/notesSlide" Target="/ppt/notesSlides/notesSlide1.xml" Id="R73175e813a4b42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ebece56a14a87" /><Relationship Type="http://schemas.openxmlformats.org/officeDocument/2006/relationships/notesSlide" Target="/ppt/notesSlides/notesSlide2.xml" Id="R31da1458da424d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4edaf6150483e" /><Relationship Type="http://schemas.openxmlformats.org/officeDocument/2006/relationships/notesSlide" Target="/ppt/notesSlides/notesSlide3.xml" Id="Rf672d3ceebf34f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9a2a63314481f" /><Relationship Type="http://schemas.openxmlformats.org/officeDocument/2006/relationships/notesSlide" Target="/ppt/notesSlides/notesSlide4.xml" Id="Rfae92453d91f47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110cf90764ff8" /><Relationship Type="http://schemas.openxmlformats.org/officeDocument/2006/relationships/notesSlide" Target="/ppt/notesSlides/notesSlide5.xml" Id="Re4f71f2691ee41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1dfbf2b434b51" /><Relationship Type="http://schemas.openxmlformats.org/officeDocument/2006/relationships/notesSlide" Target="/ppt/notesSlides/notesSlide6.xml" Id="R160fb6bfd5a04b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f52e6759a46d4" /><Relationship Type="http://schemas.openxmlformats.org/officeDocument/2006/relationships/notesSlide" Target="/ppt/notesSlides/notesSlide7.xml" Id="R5f16ca7458a64b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03759b60a4f3b" /><Relationship Type="http://schemas.openxmlformats.org/officeDocument/2006/relationships/notesSlide" Target="/ppt/notesSlides/notesSlide8.xml" Id="R30ac5d2c926140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19226-7A93-4475-BCBB-12672C0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E17B4-5687-43D7-817E-4672095F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66024-5FAF-4E1D-BB2F-3E584DCE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88770-F961-4853-B123-3D4955C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Required construction and comparative joints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F0180-FDC0-432F-A7C7-3A1E0B1B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5–6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C53DE-3E60-438F-BE31-06B943B9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27E9B-28C6-4E0C-BC30-07DAC0C8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2D019-87C8-416F-95F7-AF40F25F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F2D4B8"/>
          </a:solidFill>
          <a:ln xmlns:a="http://schemas.openxmlformats.org/drawingml/2006/main" w="0">
            <a:solidFill>
              <a:srgbClr val="F2D4B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24e0ec66b4529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602970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01D29-31A0-4AC2-AE9B-605FC48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5F91E-9C84-4A9F-8F81-60BBC87F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8B8C2-5C88-4D9E-A508-2C6A463F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9DE23-C13F-4FC7-83F7-F23F80EE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34278-3DB8-4961-BEDC-F8F4B74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9B022-52F4-458A-BC92-C070F671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ADEA9-9277-4E4B-8C4E-D7F7A903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7F7B1-8279-43FA-BDB5-637E7018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Comparing box-pin joints as alternative knowledge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4CD8C-13F0-4B96-8A2A-22ECCDA3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6E8EB-5524-4BF5-A720-9FF80A95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0BC8D-702B-44C3-B1B3-91E5F0BD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Comparing dovetail joints as alternative knowledge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79822-7ED7-4739-97FC-59A034DC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90B6B-0E01-450B-AD18-A32B3882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4D392-775A-4E4C-864F-1AD08D80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Applying the assessed rebate-and-housing construction</a:t>
            </a:r>
          </a:p>
        </p:txBody>
      </p:sp>
    </p:spTree>
    <p:extLst>
      <p:ext uri="{BB962C8B-B14F-4D97-AF65-F5344CB8AC3E}">
        <p14:creationId xmlns:p14="http://schemas.microsoft.com/office/powerpoint/2010/main" val="1034452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3D748-B5B0-43E7-AA3A-6C8804AE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9AED3-9F31-4FEE-88DF-056314D8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5496B-EDCD-41EB-B939-9F82E303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81592-B240-4B94-AD44-3C5404BF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Comparing box-pin joints as alternative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083E0-BC10-48E1-9277-A398ABB1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F6276-1BB4-4FF8-B130-A8786EED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7D0DD-C0FB-4148-A145-421A29CC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box-pin joint connects two timber components through alternating rectangular pins and spaces.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2AD81-E6BE-4B80-9F24-D81EF8B2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532F4-6031-4D93-9A0B-856D6E58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80455-95E2-468C-A217-2264DD24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pins on one piece fit the spaces on the other, creating an interlocking corner.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8F3A5-A35A-413F-B369-605FE7E6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1802E-727F-4E80-9958-57E1432F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91AC2-12A4-46D4-9AC6-8FAA7DF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This makes the joint useful comparative knowledge when studying how timber joints gain alignment, gluing area and visible evidence of accuracy.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D64EA-E032-4F50-85A0-655E25FD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675178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2EC93-D04D-4309-9C40-039CF119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4274D-3525-40BC-9CC6-81738DA9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218F8-C87F-42FF-8A79-5A31495E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311A9-5DB8-419F-9644-80463670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Comparing dovetail joints as alternative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5DCEE-8569-46F7-89D8-EE613ABF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6C53E-A8E6-4856-8541-405AA931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CE65B-5EC3-4802-9CF1-9EC9E503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dovetail joint connects two timber components through matching tails and pins 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8A724-7A41-4CA1-962F-4085AC63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75A97-712F-4CB4-8D51-E61E4A3B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7533C-C47F-4776-B186-BA6E3007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sloping form helps the assembled joint resist pulling apart in one direction.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A09EC-82AF-45DE-9DFE-0A99E6F3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8D85D-A8A8-41F9-B790-BE71A0FB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FF7B9-FC53-478A-8530-6A4A026E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Dovetails are useful comparative knowledge because they show how joint geometry, component orientation and close-fitting surfaces can affect strength and workmanship.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72197-8CA0-4913-BAE3-46D7DB93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36957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A90CA-A60F-440E-99C0-A4870777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5E102-4D3B-4314-B996-86AF9B23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7098E-E77C-49BD-8D07-A9DEEFE3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B0061-FEA1-49F8-B880-F8EE8E83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Applying the assessed rebate-and-housing 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5A48F-CAF5-4963-899C-CBE4AC6E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328B1-6E83-4400-A051-BFEA221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1610F-3228-4A40-8442-79913FED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Barbecue Carry-All must be manufactured from the supplied working drawing and teacher direction.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2ED3-6611-4BD5-8CB1-656CC950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EDFC7-1861-442F-A5E1-81CF1138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71F9C-FCC4-4001-AFBB-09ABA8EB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These are the authoritative sources for the assessed construction.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408D2-146C-41B4-94FE-336E7B5E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9D4C5-FC55-4D8A-B9FB-240D217C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55743-C5D0-40F2-BA16-EF964DB4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Do not scale the page, guess a missing detail or add a joint that is not shown.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9D9D3-570B-4398-8F9E-2DBF6C4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075429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6BD3D-2063-4572-8CD3-F388B48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E703F-0238-4B47-8B41-A91F6D21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C29AB-A8ED-4FD0-AB2C-9701263F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D4B5A-B4B5-4F55-8548-EF07C785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8735B-D968-4056-BAFF-EE8BB538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F3665-784C-4DBB-9717-FD858C54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Comparing box-pin joints as alternative 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EBDD8-4FCE-4166-940D-94B3F819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D95FE-BB01-4C49-AD64-14FDFC57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Comparing dovetail joints as alternative knowledge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2F24B-66D1-4479-B9F7-C93FE56F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40E51-D6BA-491E-A768-8AEDB726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Applying the assessed rebate-and-housing construction</a:t>
            </a:r>
          </a:p>
        </p:txBody>
      </p:sp>
    </p:spTree>
    <p:extLst>
      <p:ext uri="{BB962C8B-B14F-4D97-AF65-F5344CB8AC3E}">
        <p14:creationId xmlns:p14="http://schemas.microsoft.com/office/powerpoint/2010/main" val="1382792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AFF96-5B49-4839-A7F3-D1F3C986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A3DB2-751C-40AC-8735-3FF8F300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6680E-E20B-4B73-9481-1723CDA0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C9345-C1E9-47B6-9B26-EC8E9AB5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F0680-6E8E-4485-9667-E1562CBC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7755C-1594-471A-8974-1A202ED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C650A-AF1A-4075-B519-1BF86967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1EBF2-44FC-4FDA-9BFF-B1D9AC7F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F4B9D-177C-45AD-B2D6-8D17BEE6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78C49-D1AA-4CA4-BD7B-D957D057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86ED5-63D2-4FFD-AE78-88FED106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60D65-C510-45B1-B066-C38EE182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17829-7E64-4CE6-A9B9-D3BDDD9C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55D41-1FC6-4187-A8D7-DF7EC8D8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90AD5-D627-45ED-BA8D-DD571331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302661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DF3EC-4285-4460-867A-8EF620C1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34386-2854-4FF1-BBBD-18AC2545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333B9-B438-4227-9BF7-15324F02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A5585-C2AC-4B73-89FB-6A98A0D0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61326-BE5D-42FD-9040-D89B5E48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6E415-29DF-44AA-A23A-E93FB1BC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1C957-56DC-4E90-A77B-70B06C4A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Comparing box-pin joints as alternative knowledge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EE998-9D44-4502-8597-0A5B5A26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72EC5-DE3A-4578-B6B1-C42CD8C7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5E1BE-107C-48AA-AAF3-E051DFB3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69611-DA19-4FDB-93B1-BDFC8BD6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E50F8-5314-4352-9CED-DD93BA4F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050021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2026-08-16T02:12:27.5070000Z</dcterms:created>
  <dcterms:modified xsi:type="dcterms:W3CDTF">2026-08-16T02:12:27.5070000Z</dcterms:modified>
</coreProperties>
</file>