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67983b15404ebe" /><Relationship Type="http://schemas.openxmlformats.org/officeDocument/2006/relationships/extended-properties" Target="/docProps/app.xml" Id="R9a0b9257d2614958" /><Relationship Type="http://schemas.openxmlformats.org/officeDocument/2006/relationships/officeDocument" Target="/ppt/presentation.xml" Id="R7bc80c183d2a4c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ce0c4d611423d"/>
  </p:sldMasterIdLst>
  <p:notesMasterIdLst>
    <p:notesMasterId xmlns:r="http://schemas.openxmlformats.org/officeDocument/2006/relationships" r:id="Re722fbc0c6b54373"/>
  </p:notesMasterIdLst>
  <p:sldIdLst>
    <p:sldId xmlns:r="http://schemas.openxmlformats.org/officeDocument/2006/relationships" id="256" r:id="R71060c5189f24bd3"/>
    <p:sldId xmlns:r="http://schemas.openxmlformats.org/officeDocument/2006/relationships" id="257" r:id="R8ad3b617e31046c2"/>
    <p:sldId xmlns:r="http://schemas.openxmlformats.org/officeDocument/2006/relationships" id="258" r:id="Rd2e537065e22408f"/>
    <p:sldId xmlns:r="http://schemas.openxmlformats.org/officeDocument/2006/relationships" id="259" r:id="Rfe85e6eb3ec84085"/>
    <p:sldId xmlns:r="http://schemas.openxmlformats.org/officeDocument/2006/relationships" id="260" r:id="Rf957dbd8e54045d1"/>
    <p:sldId xmlns:r="http://schemas.openxmlformats.org/officeDocument/2006/relationships" id="261" r:id="R0f33e8f517ae491d"/>
    <p:sldId xmlns:r="http://schemas.openxmlformats.org/officeDocument/2006/relationships" id="262" r:id="Rf1d55804737443a5"/>
    <p:sldId xmlns:r="http://schemas.openxmlformats.org/officeDocument/2006/relationships" id="263" r:id="R828922ef172c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9a08099474730" /><Relationship Type="http://schemas.openxmlformats.org/officeDocument/2006/relationships/slideMaster" Target="/ppt/slideMasters/slideMaster1.xml" Id="Rc3bce0c4d611423d" /><Relationship Type="http://schemas.openxmlformats.org/officeDocument/2006/relationships/notesMaster" Target="/ppt/notesMasters/notesMaster1.xml" Id="Re722fbc0c6b54373" /><Relationship Type="http://schemas.openxmlformats.org/officeDocument/2006/relationships/presProps" Target="/ppt/presProps.xml" Id="R83d2209db1f34458" /><Relationship Type="http://schemas.openxmlformats.org/officeDocument/2006/relationships/tableStyles" Target="/ppt/tableStyles.xml" Id="R58f7be806fb64855" /><Relationship Type="http://schemas.openxmlformats.org/officeDocument/2006/relationships/slide" Target="/ppt/slides/slide1.xml" Id="R71060c5189f24bd3" /><Relationship Type="http://schemas.openxmlformats.org/officeDocument/2006/relationships/slide" Target="/ppt/slides/slide2.xml" Id="R8ad3b617e31046c2" /><Relationship Type="http://schemas.openxmlformats.org/officeDocument/2006/relationships/slide" Target="/ppt/slides/slide3.xml" Id="Rd2e537065e22408f" /><Relationship Type="http://schemas.openxmlformats.org/officeDocument/2006/relationships/slide" Target="/ppt/slides/slide4.xml" Id="Rfe85e6eb3ec84085" /><Relationship Type="http://schemas.openxmlformats.org/officeDocument/2006/relationships/slide" Target="/ppt/slides/slide5.xml" Id="Rf957dbd8e54045d1" /><Relationship Type="http://schemas.openxmlformats.org/officeDocument/2006/relationships/slide" Target="/ppt/slides/slide6.xml" Id="R0f33e8f517ae491d" /><Relationship Type="http://schemas.openxmlformats.org/officeDocument/2006/relationships/slide" Target="/ppt/slides/slide7.xml" Id="Rf1d55804737443a5" /><Relationship Type="http://schemas.openxmlformats.org/officeDocument/2006/relationships/slide" Target="/ppt/slides/slide8.xml" Id="R828922ef172c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da7f4293524e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4670b533f4d9d" /><Relationship Type="http://schemas.openxmlformats.org/officeDocument/2006/relationships/notesMaster" Target="/ppt/notesMasters/notesMaster1.xml" Id="Recda52037d52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8c1bf276e046cd" /><Relationship Type="http://schemas.openxmlformats.org/officeDocument/2006/relationships/notesMaster" Target="/ppt/notesMasters/notesMaster1.xml" Id="Rdc683dc783d1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0131008c2044c5" /><Relationship Type="http://schemas.openxmlformats.org/officeDocument/2006/relationships/notesMaster" Target="/ppt/notesMasters/notesMaster1.xml" Id="R2905c62daf3c42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3fee843e9d412c" /><Relationship Type="http://schemas.openxmlformats.org/officeDocument/2006/relationships/notesMaster" Target="/ppt/notesMasters/notesMaster1.xml" Id="R5e4ec564cc8f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8cdedefed4f65" /><Relationship Type="http://schemas.openxmlformats.org/officeDocument/2006/relationships/notesMaster" Target="/ppt/notesMasters/notesMaster1.xml" Id="Ra00167f15e17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06a10f895496b" /><Relationship Type="http://schemas.openxmlformats.org/officeDocument/2006/relationships/notesMaster" Target="/ppt/notesMasters/notesMaster1.xml" Id="R0b05d3fa9c8c45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57ebe408e64c43" /><Relationship Type="http://schemas.openxmlformats.org/officeDocument/2006/relationships/notesMaster" Target="/ppt/notesMasters/notesMaster1.xml" Id="R5e0ddc9ae33d41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7f9393f64d4031" /><Relationship Type="http://schemas.openxmlformats.org/officeDocument/2006/relationships/notesMaster" Target="/ppt/notesMasters/notesMaster1.xml" Id="Rc769f3928c6e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the Carry-All brief and success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Reading the Carry-All working drawing without scaling.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Managing Carry-All hazards, risks and the SWMS.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403253d0542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2daa0e1584a9b" /><Relationship Type="http://schemas.openxmlformats.org/officeDocument/2006/relationships/slideLayout" Target="/ppt/slideLayouts/slideLayout1.xml" Id="R4eb2b8077399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2b8077399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a588d49a4cdb" /><Relationship Type="http://schemas.openxmlformats.org/officeDocument/2006/relationships/image" Target="/ppt/media/image.png" Id="Rd6901453b50040a5" /><Relationship Type="http://schemas.openxmlformats.org/officeDocument/2006/relationships/notesSlide" Target="/ppt/notesSlides/notesSlide1.xml" Id="R65a4a09cf52c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43bd350b40d2" /><Relationship Type="http://schemas.openxmlformats.org/officeDocument/2006/relationships/notesSlide" Target="/ppt/notesSlides/notesSlide2.xml" Id="Reebf6abb9896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7b8fb2a5948cc" /><Relationship Type="http://schemas.openxmlformats.org/officeDocument/2006/relationships/notesSlide" Target="/ppt/notesSlides/notesSlide3.xml" Id="R4d0c134cb19f4d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a18ac16484f76" /><Relationship Type="http://schemas.openxmlformats.org/officeDocument/2006/relationships/notesSlide" Target="/ppt/notesSlides/notesSlide4.xml" Id="Re74e25de400a4f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3a0f112b4d34" /><Relationship Type="http://schemas.openxmlformats.org/officeDocument/2006/relationships/notesSlide" Target="/ppt/notesSlides/notesSlide5.xml" Id="Rfe7045fc5713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fd759c2743b7" /><Relationship Type="http://schemas.openxmlformats.org/officeDocument/2006/relationships/notesSlide" Target="/ppt/notesSlides/notesSlide6.xml" Id="R7bb6d5a8ac09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3efa545e4d38" /><Relationship Type="http://schemas.openxmlformats.org/officeDocument/2006/relationships/notesSlide" Target="/ppt/notesSlides/notesSlide7.xml" Id="R9a0af8e349d04d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eec32b3f74a30" /><Relationship Type="http://schemas.openxmlformats.org/officeDocument/2006/relationships/notesSlide" Target="/ppt/notesSlides/notesSlide8.xml" Id="R1481505a38bd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31B1C-140E-4987-A6B4-8BFA163F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5C155-79B6-497D-B6AC-8EC4343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5ED27-10FB-496D-8411-ED6FBF8F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8E893-5562-4064-9BCD-86FA6BA6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Brief, plans and workshop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6A4E6-EEFC-489A-95C9-CD8E5F42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1–2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93D6-1BF4-4505-B6C9-6878603F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4A5CA-A3FF-47E0-8912-8C0A9A34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7C32F-6336-4ABD-810E-78DB3FDC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1453b50040a5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86744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0930B-5EF0-4637-8437-768051D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7FF4A-6F89-41A5-80F2-1A44602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AB73A-9650-4695-8F72-0695291F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2F3BB-4E7A-4442-9977-F08B7455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32BD6-7629-46D6-A56D-B75AE80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97717-01CD-40D9-96BD-D40391D7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F9ED2-09C0-4997-866D-C53E4E99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5102D-D28C-4FB7-A3F2-E0F4F24C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the Carry-All brief and success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11618-77F1-4117-9A0B-72EAC17C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95203-8621-443E-843E-72509E4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C9340-776E-4411-8D93-A4062F6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Reading the Carry-All working drawing without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0B3B6-E237-4F9C-87E8-B0BBBF4F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F77A5-9815-4BB0-9459-C6DB3123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3D44-D2CD-4DD6-88DA-A2C97306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Managing Carry-All hazards, risks and the SWMS</a:t>
            </a:r>
          </a:p>
        </p:txBody>
      </p:sp>
    </p:spTree>
    <p:extLst>
      <p:ext uri="{BB962C8B-B14F-4D97-AF65-F5344CB8AC3E}">
        <p14:creationId xmlns:p14="http://schemas.microsoft.com/office/powerpoint/2010/main" val="1285869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17525-D4E4-49E0-9A25-57C9C4CF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BBFCC-1885-4F6B-8AE1-C9EFBD5D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AA26F-DC20-4D59-8D71-EFCF9679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02F6A-36F2-441E-A51F-F0A4026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the Carry-All brief and success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FC8E1-6BC0-4C98-9155-27CF815B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CDE8-AB9B-40B3-AAA4-2553EB8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23908-DC01-4F68-A96D-A603C6F0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Barbecue Carry-All brief asks you to manufacture a practical timber tray or carry-all that is strong, accurate, safe to use and finished to an appropriate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7FDF2-0911-47F9-B589-81480D6C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8DB07-3AEF-46B2-BB96-F94FE34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8E51E-CAF6-4C4A-94B5-E49242AE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supplied working drawing and your teacher’s directions are the main sources of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3A9B2-A63D-4B7F-83C0-3BACD5C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A394B-2D9B-43D1-BAA7-6C507BF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C8345-DF42-48B1-95D5-AF2934E7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They control the shape, parts, materials, joints and construction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8EC8-5796-467D-8C75-5D51AB5A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8120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35629-B9D0-4784-8B98-2C7A34B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BA953-BA8D-464C-BFA9-CA78CCA1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6EEF6-2854-4BC1-91A2-82511614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CD7DF-F40F-4CCD-A87A-0BB26B6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Reading the Carry-All working drawing without scaling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35374-67CC-49DD-A153-4D520C5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45848-017C-4838-BFC5-701DDF23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27AD3-F23E-47CA-A08C-71D2ABB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Carry-All working drawing is the main graphical instruction for manufacture.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369F7-E84F-46A5-8031-BF7D1FA0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AC46-3EE5-4D56-84CC-867EADA8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CF2D-E239-473A-A7C1-31DBEA8B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communicates the shape, arrangement and relationship of the sides, bottom, central handle or handle panel, dividers, joints, rebates and housings.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F1C6E-9DC9-4AAA-B84C-9135698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8B3A4-2A90-497B-B81F-96F1531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3A6C6-41A2-4B5D-BE93-DACDA89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drawing must be read together with teacher directions because local workshop procedures, approved tools and safe methods are controlled by your teacher, the SWMS…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7FC22-01FC-45A4-ABB0-A3A74AD5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53275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E289F-5975-40BD-9DD0-865C255E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037F1-A9D5-4039-AC3B-4C0B16B5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E96F9-0314-463E-8BF7-6A1E2BA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5EAD3-4078-424A-BFCE-D75DAFEF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Managing Carry-All hazards, risks and the SWMS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6FA46-D6A8-4650-B753-A5A7270E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0D178-D1A7-441E-80BD-43D2B45E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513AA-1FC3-43EF-BDEF-EB997FAD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Safe work begins by understanding three connected terms: hazard, risk and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006B9-5E3F-4049-91E7-90AE8899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EA7AA-D10B-49BA-A4DE-135E9975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2DB35-C9B4-4F43-9807-7CDDC8C3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hazard is something with the potential to cause harm, such as sharp edges, dust, moving equipment, unstable workpieces, adhesive or finishing products.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2E158-57BE-4925-B54B-C515218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049E9-B68B-4B5F-A85D-ECE2BE2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92CD6-D9B0-468C-A9A2-0BBF760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Risk is the chance that the hazard will cause harm and how serious that harm could be.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358E1-88A2-4A38-AFE9-D7A3D982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72692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51C1C-5F11-40B4-A3AF-A7560A8E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3E933-B022-463A-8A80-F02D319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04159-6DE0-4CF6-AB54-777D2D3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F3622-8BDA-4694-8556-7AA724ED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A95D4-3E85-423C-8FAE-29CAED53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E884D-50C9-4559-AF95-CED049D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the Carry-All brief and success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E2254-5D1B-4688-8801-455E3358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17FA2-4E95-42DC-94B1-1132FE9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Reading the Carry-All working drawing without scaling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7CA0D-E15C-4A9E-8E04-E8B5D45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C51F8-EFC3-48A8-8887-0A0306B5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Managing Carry-All hazards, risks and the SWMS</a:t>
            </a:r>
          </a:p>
        </p:txBody>
      </p:sp>
    </p:spTree>
    <p:extLst>
      <p:ext uri="{BB962C8B-B14F-4D97-AF65-F5344CB8AC3E}">
        <p14:creationId xmlns:p14="http://schemas.microsoft.com/office/powerpoint/2010/main" val="559288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EC761-FBF4-4187-9893-38B8E58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835FC-85DA-41A2-B828-6525F2E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9BC90-3AB4-4079-B904-4C5252FE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1481E-CEE2-49BE-8BA5-947C13F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19179-88F2-468D-9BAF-2E1C6E4C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FF679-8AE9-4481-84C4-3314D9F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44175-302C-4C6C-826B-DEC54567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518B5-3B7C-4FB4-8F16-BB21335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8F635-B5BF-4DC4-8FD5-C717CA82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EB9CE-0F0C-4CA0-AA26-E213E525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BB5CA-DB54-47E7-9651-72E83E6E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2DF8A-65E2-45C4-B866-BB61E0A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6195B-2A0C-4FCB-BE58-5FD34D0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B5E02-48C6-461F-ADCE-28A220B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F87F7-FFB0-4677-B9B8-6E6C513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628138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63530-5237-4DAA-888D-4F6C6CAD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9ED8-79F6-4BE6-B71F-D5309544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A2223-1E78-4559-846C-56476A6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78EC2-1121-4EF7-9C06-B6F848D6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5BE6D-A83C-4F24-B6CB-7FF00C2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F2F42-AACE-467A-BEB3-3FB045F9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A59F0-49E8-41F8-88EB-CBACAE4F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Understanding the Carry-All brief and success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89A82-4954-4301-8C93-24634287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C214F-FAB1-4DBD-A27C-939ACD0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C08F0-F727-4BA0-B0E9-2DCE7C9B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FEB18-F86D-4061-9493-1BA78891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367DA-AA20-4B73-83B1-DCA97BD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670502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2026-08-16T02:12:25.6230000Z</dcterms:created>
  <dcterms:modified xsi:type="dcterms:W3CDTF">2026-08-16T02:12:25.6230000Z</dcterms:modified>
</coreProperties>
</file>