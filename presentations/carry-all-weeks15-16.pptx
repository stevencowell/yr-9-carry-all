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f1aa99c1854aac" /><Relationship Type="http://schemas.openxmlformats.org/officeDocument/2006/relationships/extended-properties" Target="/docProps/app.xml" Id="R86c94128b2884d2b" /><Relationship Type="http://schemas.openxmlformats.org/officeDocument/2006/relationships/officeDocument" Target="/ppt/presentation.xml" Id="R5258c298822e43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4971894314bf5"/>
  </p:sldMasterIdLst>
  <p:notesMasterIdLst>
    <p:notesMasterId xmlns:r="http://schemas.openxmlformats.org/officeDocument/2006/relationships" r:id="Rd1bf234def924b34"/>
  </p:notesMasterIdLst>
  <p:sldIdLst>
    <p:sldId xmlns:r="http://schemas.openxmlformats.org/officeDocument/2006/relationships" id="256" r:id="R0077d01d9128438d"/>
    <p:sldId xmlns:r="http://schemas.openxmlformats.org/officeDocument/2006/relationships" id="257" r:id="R63fe3e278b8a49a5"/>
    <p:sldId xmlns:r="http://schemas.openxmlformats.org/officeDocument/2006/relationships" id="258" r:id="Raf526d10eaae45bc"/>
    <p:sldId xmlns:r="http://schemas.openxmlformats.org/officeDocument/2006/relationships" id="259" r:id="R8a30577eb46c48c0"/>
    <p:sldId xmlns:r="http://schemas.openxmlformats.org/officeDocument/2006/relationships" id="260" r:id="Rd51c2c6d81eb4dbb"/>
    <p:sldId xmlns:r="http://schemas.openxmlformats.org/officeDocument/2006/relationships" id="261" r:id="R1b2b82f98b81488c"/>
    <p:sldId xmlns:r="http://schemas.openxmlformats.org/officeDocument/2006/relationships" id="262" r:id="Rb917f846d80247f6"/>
    <p:sldId xmlns:r="http://schemas.openxmlformats.org/officeDocument/2006/relationships" id="263" r:id="Rf99ccfb26a8e4f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2a8e9116db4ffc" /><Relationship Type="http://schemas.openxmlformats.org/officeDocument/2006/relationships/slideMaster" Target="/ppt/slideMasters/slideMaster1.xml" Id="Rf2b4971894314bf5" /><Relationship Type="http://schemas.openxmlformats.org/officeDocument/2006/relationships/notesMaster" Target="/ppt/notesMasters/notesMaster1.xml" Id="Rd1bf234def924b34" /><Relationship Type="http://schemas.openxmlformats.org/officeDocument/2006/relationships/presProps" Target="/ppt/presProps.xml" Id="R10a50e8d0f7b4a50" /><Relationship Type="http://schemas.openxmlformats.org/officeDocument/2006/relationships/tableStyles" Target="/ppt/tableStyles.xml" Id="R39c06170ea864d9a" /><Relationship Type="http://schemas.openxmlformats.org/officeDocument/2006/relationships/slide" Target="/ppt/slides/slide1.xml" Id="R0077d01d9128438d" /><Relationship Type="http://schemas.openxmlformats.org/officeDocument/2006/relationships/slide" Target="/ppt/slides/slide2.xml" Id="R63fe3e278b8a49a5" /><Relationship Type="http://schemas.openxmlformats.org/officeDocument/2006/relationships/slide" Target="/ppt/slides/slide3.xml" Id="Raf526d10eaae45bc" /><Relationship Type="http://schemas.openxmlformats.org/officeDocument/2006/relationships/slide" Target="/ppt/slides/slide4.xml" Id="R8a30577eb46c48c0" /><Relationship Type="http://schemas.openxmlformats.org/officeDocument/2006/relationships/slide" Target="/ppt/slides/slide5.xml" Id="Rd51c2c6d81eb4dbb" /><Relationship Type="http://schemas.openxmlformats.org/officeDocument/2006/relationships/slide" Target="/ppt/slides/slide6.xml" Id="R1b2b82f98b81488c" /><Relationship Type="http://schemas.openxmlformats.org/officeDocument/2006/relationships/slide" Target="/ppt/slides/slide7.xml" Id="Rb917f846d80247f6" /><Relationship Type="http://schemas.openxmlformats.org/officeDocument/2006/relationships/slide" Target="/ppt/slides/slide8.xml" Id="Rf99ccfb26a8e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5d091aa94441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24653c4689418a" /><Relationship Type="http://schemas.openxmlformats.org/officeDocument/2006/relationships/notesMaster" Target="/ppt/notesMasters/notesMaster1.xml" Id="R8702b726e0604f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b08c18025046f8" /><Relationship Type="http://schemas.openxmlformats.org/officeDocument/2006/relationships/notesMaster" Target="/ppt/notesMasters/notesMaster1.xml" Id="R7aa1107a90ff4f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f842b3be5847da" /><Relationship Type="http://schemas.openxmlformats.org/officeDocument/2006/relationships/notesMaster" Target="/ppt/notesMasters/notesMaster1.xml" Id="Re93fbae3efa643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28997741b14b4c" /><Relationship Type="http://schemas.openxmlformats.org/officeDocument/2006/relationships/notesMaster" Target="/ppt/notesMasters/notesMaster1.xml" Id="R87fd310c872140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afde4a2b944d08" /><Relationship Type="http://schemas.openxmlformats.org/officeDocument/2006/relationships/notesMaster" Target="/ppt/notesMasters/notesMaster1.xml" Id="R59fc43ce0f4349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6f56640eb64bb0" /><Relationship Type="http://schemas.openxmlformats.org/officeDocument/2006/relationships/notesMaster" Target="/ppt/notesMasters/notesMaster1.xml" Id="R8aa3d4d0cfba45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e1d9ac94ee40f5" /><Relationship Type="http://schemas.openxmlformats.org/officeDocument/2006/relationships/notesMaster" Target="/ppt/notesMasters/notesMaster1.xml" Id="Rc1b571682f104b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c07423baf04fca" /><Relationship Type="http://schemas.openxmlformats.org/officeDocument/2006/relationships/notesMaster" Target="/ppt/notesMasters/notesMaster1.xml" Id="R74c74fdf80e846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Manual handling and workshop housekeeping.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Sequencing the Carry-All work in a useful SWMS.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Preparing Carry-All surfaces for finish.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5a6b011f849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47ed333e1497d" /><Relationship Type="http://schemas.openxmlformats.org/officeDocument/2006/relationships/slideLayout" Target="/ppt/slideLayouts/slideLayout1.xml" Id="Rf547bac9b4ae44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47bac9b4ae44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a5da4573d4879" /><Relationship Type="http://schemas.openxmlformats.org/officeDocument/2006/relationships/image" Target="/ppt/media/image.png" Id="R04615ce6928f4dd6" /><Relationship Type="http://schemas.openxmlformats.org/officeDocument/2006/relationships/notesSlide" Target="/ppt/notesSlides/notesSlide1.xml" Id="R491b5529826f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5b51bfcdc4012" /><Relationship Type="http://schemas.openxmlformats.org/officeDocument/2006/relationships/notesSlide" Target="/ppt/notesSlides/notesSlide2.xml" Id="Rb75df4132c5245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d63b00a194dcf" /><Relationship Type="http://schemas.openxmlformats.org/officeDocument/2006/relationships/notesSlide" Target="/ppt/notesSlides/notesSlide3.xml" Id="R1bdbce94f4a749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2b93c49ed411f" /><Relationship Type="http://schemas.openxmlformats.org/officeDocument/2006/relationships/notesSlide" Target="/ppt/notesSlides/notesSlide4.xml" Id="R9630cdbcf59d41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f81b3d8a84a1d" /><Relationship Type="http://schemas.openxmlformats.org/officeDocument/2006/relationships/notesSlide" Target="/ppt/notesSlides/notesSlide5.xml" Id="R3b784e0637b14f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73618b6314cae" /><Relationship Type="http://schemas.openxmlformats.org/officeDocument/2006/relationships/notesSlide" Target="/ppt/notesSlides/notesSlide6.xml" Id="Rc399a5f5c6c240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a3578c35b44d7" /><Relationship Type="http://schemas.openxmlformats.org/officeDocument/2006/relationships/notesSlide" Target="/ppt/notesSlides/notesSlide7.xml" Id="R8b6a62a7e0964e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a10cebefb4df0" /><Relationship Type="http://schemas.openxmlformats.org/officeDocument/2006/relationships/notesSlide" Target="/ppt/notesSlides/notesSlide8.xml" Id="R685ae5c12109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D6C59-1828-42B8-B701-42E1FD22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600EE-3B51-470E-B6C0-E951D68C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7E3EA-1B60-45E7-9BD8-CADE0F79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CE01D-DFA5-4363-8AB2-0648133A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Handling, sequencing and surface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ABDA2-8749-4692-B71E-26E1BC52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15–16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C3821-2DDC-4D0F-8354-21E59DEE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A8991-75B1-49FC-9C47-F93FDECD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A56A3-695A-49AF-8EAA-749A711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15ce6928f4dd6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097715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4888E-C8AF-4183-8D95-50D4DC71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B34DA-E4D2-423B-88DF-678B7297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67B4E-9590-412B-BD98-17AB31CA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8505D-0C2B-48BF-A362-23BD16D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00F1B-3E66-47DC-A571-542B4C85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A9870-EE7D-4F2D-B3BB-F1AE889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16228-3AC3-464F-B7C4-7BCA7F94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5FF8A-4F38-4F69-AC98-58C2D4DF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Manual handling and workshop housekeeping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7016E-0F4C-4054-96BB-454EEC4D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1204F-7562-4512-A931-4C099F77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FE5FF-1E98-4E94-9F64-17452DDB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Sequencing the Carry-All work in a useful SWMS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9DD3E-F248-43BD-86FC-CFD05EC2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B6065-844B-45B7-AD04-2C63339F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EC444-CDF5-45A1-9360-D4189AC4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Preparing Carry-All surfaces for finish</a:t>
            </a:r>
          </a:p>
        </p:txBody>
      </p:sp>
    </p:spTree>
    <p:extLst>
      <p:ext uri="{BB962C8B-B14F-4D97-AF65-F5344CB8AC3E}">
        <p14:creationId xmlns:p14="http://schemas.microsoft.com/office/powerpoint/2010/main" val="208186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A7D8F-C273-4555-9E4F-0F6A30B6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737A1-45E4-491D-A7ED-A13BE062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A6D71-52E2-48D9-ADEC-9788956C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39F4C-C7A8-4090-BB9B-E64133BF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Manual handling and workshop housekeeping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A06C6-31E0-4B09-A5E2-9BCF921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6DC63-690E-445A-B96B-D1621D2E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96E43-0D11-44CF-BE77-A0D4F417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Manual handling means moving, carrying, lifting, lowering or positioning materials and project components.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79C89-B1ED-4CF2-B50D-39102A15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179C6-5376-4C96-976E-80DF1AE3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1C4D9-39AB-4057-9CE2-5B1434E3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Before moving anything for the Carry-All, assess the load and the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4B072-EA50-4452-93F4-516141C2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92696-8947-425E-8FE3-291D63C4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5FEA8-AFB6-4E5F-A02F-B00C1173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Consider the object’s size, shape, weight, balance and whether it is awkward to grip.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23F0D-4225-40FE-95C1-95AE748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949366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06AA-E365-490A-BDA3-6D28C17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91DAE-A834-42BE-AE16-267892E8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E3744-32D5-4212-80CA-E7F8004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A019-95D9-4434-A792-2DAA2921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Sequencing the Carry-All work in a useful SWMS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22F5B-D264-435D-B090-E8AEE372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026C6-BAD3-4BEA-9BFE-0C9A4C7E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F6A66-BDEB-424C-BA0C-87151EBB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useful Safe Work Method Statement, or SWMS, should follow the real sequence used to manufacture the Carry-All.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6A26D-569D-43C9-937A-CB7963C3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60878-1C84-4A26-8CB5-17711F88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88017-0545-4AFD-8FC4-76AFC767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is more than a general list of workshop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2B106-8F0A-43CC-85CF-F9D0D647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C0BEE-D861-4E20-8D38-0264EA17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639EB-BB68-4A60-9E0E-5F3AF1EA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breaks the project into ordered stages, identifies the hazards connected with each stage and records the controls required before work begins.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EF907-821D-4E48-96F4-0D42AF91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484834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2B578-4900-422E-8B48-1D43E62D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09AEC-51C7-4340-8451-49E52EBD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5B47D-496E-48A8-B0A3-EFF0CDC2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5220C-A81F-45AC-966D-66EB80A8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Preparing Carry-All surfaces for finish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D9137-A6C4-4BA0-A6EC-1C02D590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D8517-AC9C-492F-AC75-C21F57E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58C74-148C-4C05-92FE-28C3F66B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Surface preparation creates a clean, even foundation for the approved finish.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E9714-7C35-4A10-A18B-217D464B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85D04-D908-4D31-B410-FBC2857C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20003-7ACA-490C-B8E0-ABB37203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does not begin by sanding every surface heavily.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FDECD-3E1F-47CA-85C0-C7EE1016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6F72E-8A4A-4D6F-9B58-A5E45D9A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4AD21-CD38-4CB8-939B-4CE5DF25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First inspect the assembled Carry-All for machining marks, dents, torn grain, scratches, adhesive contamination and uneven joint areas.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BC0F6-FAEF-479F-9C21-AC15DD54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561127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A9667-20DD-4A39-8B29-4E910120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36B82-155B-4C65-8F63-E7302DB0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6BED9-B068-42F1-AD71-62BAAE63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AAB98-FD2E-429B-A1D1-14FAB1A7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5133C-6961-4F1C-96F5-2E2D3FD8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0853F-DE82-479B-BBC5-FC2E0CAE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Manual handling and workshop housekeeping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74798-5984-472E-ABF8-A57FFD9C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FAAC7-E7FC-4D4C-A4D3-31BEBA2D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Sequencing the Carry-All work in a useful SWMS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C2D17-E4A2-45F3-AC5C-47CF10D9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2F99E-2EE4-4E58-AEE6-D926E74E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Preparing Carry-All surfaces for finish</a:t>
            </a:r>
          </a:p>
        </p:txBody>
      </p:sp>
    </p:spTree>
    <p:extLst>
      <p:ext uri="{BB962C8B-B14F-4D97-AF65-F5344CB8AC3E}">
        <p14:creationId xmlns:p14="http://schemas.microsoft.com/office/powerpoint/2010/main" val="20354675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DDAFB-E4FF-4D91-B498-2687E7B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9E655-CB6E-4286-BC2F-62D19207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C041F-5802-48C8-A71E-6ACAF4CA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834B9-7C9A-45F6-94DD-7CB8BE57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9A20B-EDEA-4771-A62F-99D76690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3C74F-ED44-49B4-8F48-96717E4D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946C3-4520-4C04-B61B-F594AF58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67448-A7D6-42E6-A4FD-A27F53BE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3AD12-F6A5-4509-979D-F2D4544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E85FF-0AA7-4AF7-8ECC-00663B39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D0F70-B216-4005-9B72-2563C1A7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359B2-68E4-4755-9C44-ABF7FBF8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BAE08-2097-4D93-8E8D-2A13EFB9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A7F6D-934B-4AF8-9FBE-CA67ABB0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851A8-AE4D-4830-879E-38C0AC3D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9727962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6FE03-2CB3-415A-9E41-12A860D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805F3-47F7-4E20-9D75-073DFEAF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5EFEC-344F-41D4-B192-C5570309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609FD-A6B8-4FED-AF02-4DFB8BDE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8B0AA-2115-46F7-8736-97904695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31EE1-6950-4932-8CDE-F3B7353E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CD20F-3DD6-474E-AB66-87D5B2EF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Manual handling and workshop housekeeping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B910C-0173-4B1F-BD65-A357D01D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5756C-350A-47A0-A90A-A9A10DF0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DDA01-4FF4-4373-8963-1125011D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AD285-81D0-4205-B343-7A4B2195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8311F-57D8-4039-B91F-5211882B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444981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2026-08-16T02:12:30.6160000Z</dcterms:created>
  <dcterms:modified xsi:type="dcterms:W3CDTF">2026-08-16T02:12:30.6160000Z</dcterms:modified>
</coreProperties>
</file>