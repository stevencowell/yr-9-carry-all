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49f17f7a45470d" /><Relationship Type="http://schemas.openxmlformats.org/officeDocument/2006/relationships/extended-properties" Target="/docProps/app.xml" Id="Ra092429cc5f44064" /><Relationship Type="http://schemas.openxmlformats.org/officeDocument/2006/relationships/officeDocument" Target="/ppt/presentation.xml" Id="R119f2867d79249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76349c49e64981"/>
  </p:sldMasterIdLst>
  <p:notesMasterIdLst>
    <p:notesMasterId xmlns:r="http://schemas.openxmlformats.org/officeDocument/2006/relationships" r:id="R5e7bd2901e9e43e8"/>
  </p:notesMasterIdLst>
  <p:sldIdLst>
    <p:sldId xmlns:r="http://schemas.openxmlformats.org/officeDocument/2006/relationships" id="256" r:id="Ra41524573f374e91"/>
    <p:sldId xmlns:r="http://schemas.openxmlformats.org/officeDocument/2006/relationships" id="257" r:id="R86c4c3f7d770429a"/>
    <p:sldId xmlns:r="http://schemas.openxmlformats.org/officeDocument/2006/relationships" id="258" r:id="Rf1b6374fbf2b434c"/>
    <p:sldId xmlns:r="http://schemas.openxmlformats.org/officeDocument/2006/relationships" id="259" r:id="R161749365b954790"/>
    <p:sldId xmlns:r="http://schemas.openxmlformats.org/officeDocument/2006/relationships" id="260" r:id="R7a8374a7d5684e76"/>
    <p:sldId xmlns:r="http://schemas.openxmlformats.org/officeDocument/2006/relationships" id="261" r:id="R97699c104f974cdc"/>
    <p:sldId xmlns:r="http://schemas.openxmlformats.org/officeDocument/2006/relationships" id="262" r:id="R98db15c9d69e4354"/>
    <p:sldId xmlns:r="http://schemas.openxmlformats.org/officeDocument/2006/relationships" id="263" r:id="R3ee46005748048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bebff6a806425c" /><Relationship Type="http://schemas.openxmlformats.org/officeDocument/2006/relationships/slideMaster" Target="/ppt/slideMasters/slideMaster1.xml" Id="R2476349c49e64981" /><Relationship Type="http://schemas.openxmlformats.org/officeDocument/2006/relationships/notesMaster" Target="/ppt/notesMasters/notesMaster1.xml" Id="R5e7bd2901e9e43e8" /><Relationship Type="http://schemas.openxmlformats.org/officeDocument/2006/relationships/presProps" Target="/ppt/presProps.xml" Id="R9e2323e7df154f0c" /><Relationship Type="http://schemas.openxmlformats.org/officeDocument/2006/relationships/tableStyles" Target="/ppt/tableStyles.xml" Id="R744a50297f9b4b98" /><Relationship Type="http://schemas.openxmlformats.org/officeDocument/2006/relationships/slide" Target="/ppt/slides/slide1.xml" Id="Ra41524573f374e91" /><Relationship Type="http://schemas.openxmlformats.org/officeDocument/2006/relationships/slide" Target="/ppt/slides/slide2.xml" Id="R86c4c3f7d770429a" /><Relationship Type="http://schemas.openxmlformats.org/officeDocument/2006/relationships/slide" Target="/ppt/slides/slide3.xml" Id="Rf1b6374fbf2b434c" /><Relationship Type="http://schemas.openxmlformats.org/officeDocument/2006/relationships/slide" Target="/ppt/slides/slide4.xml" Id="R161749365b954790" /><Relationship Type="http://schemas.openxmlformats.org/officeDocument/2006/relationships/slide" Target="/ppt/slides/slide5.xml" Id="R7a8374a7d5684e76" /><Relationship Type="http://schemas.openxmlformats.org/officeDocument/2006/relationships/slide" Target="/ppt/slides/slide6.xml" Id="R97699c104f974cdc" /><Relationship Type="http://schemas.openxmlformats.org/officeDocument/2006/relationships/slide" Target="/ppt/slides/slide7.xml" Id="R98db15c9d69e4354" /><Relationship Type="http://schemas.openxmlformats.org/officeDocument/2006/relationships/slide" Target="/ppt/slides/slide8.xml" Id="R3ee46005748048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f1eb9c8d074d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830bc33b5e460e" /><Relationship Type="http://schemas.openxmlformats.org/officeDocument/2006/relationships/notesMaster" Target="/ppt/notesMasters/notesMaster1.xml" Id="Rcd261e9c8dc949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d35ceec4747ab" /><Relationship Type="http://schemas.openxmlformats.org/officeDocument/2006/relationships/notesMaster" Target="/ppt/notesMasters/notesMaster1.xml" Id="Rfa07856aad3949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c7c99a47bb4932" /><Relationship Type="http://schemas.openxmlformats.org/officeDocument/2006/relationships/notesMaster" Target="/ppt/notesMasters/notesMaster1.xml" Id="R8808e2b0e3d649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7f5b97e0504edb" /><Relationship Type="http://schemas.openxmlformats.org/officeDocument/2006/relationships/notesMaster" Target="/ppt/notesMasters/notesMaster1.xml" Id="R560d64876ace45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5053ace7f847ac" /><Relationship Type="http://schemas.openxmlformats.org/officeDocument/2006/relationships/notesMaster" Target="/ppt/notesMasters/notesMaster1.xml" Id="Rbe48a7e4535142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15d9f4bd3244d5" /><Relationship Type="http://schemas.openxmlformats.org/officeDocument/2006/relationships/notesMaster" Target="/ppt/notesMasters/notesMaster1.xml" Id="Rccb7669e66894b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a67f1a350c4e90" /><Relationship Type="http://schemas.openxmlformats.org/officeDocument/2006/relationships/notesMaster" Target="/ppt/notesMasters/notesMaster1.xml" Id="R8e3fd86f8d204d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d0c58df4a1497a" /><Relationship Type="http://schemas.openxmlformats.org/officeDocument/2006/relationships/notesMaster" Target="/ppt/notesMasters/notesMaster1.xml" Id="R30c1ddfb64664b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Choosing and using an adhesive for assembly.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Clamping the Carry-All square and true.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Maintaining tools and organising the workspace.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weeks13-14/index.html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8f38ee3ad14c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c0bee903954809" /><Relationship Type="http://schemas.openxmlformats.org/officeDocument/2006/relationships/slideLayout" Target="/ppt/slideLayouts/slideLayout1.xml" Id="R2ff0f00fd8a342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f0f00fd8a342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2c15b4312406e" /><Relationship Type="http://schemas.openxmlformats.org/officeDocument/2006/relationships/image" Target="/ppt/media/image.png" Id="R2ede522dc1ac453c" /><Relationship Type="http://schemas.openxmlformats.org/officeDocument/2006/relationships/notesSlide" Target="/ppt/notesSlides/notesSlide1.xml" Id="R676e77cd4ab04b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dbf058afa4355" /><Relationship Type="http://schemas.openxmlformats.org/officeDocument/2006/relationships/notesSlide" Target="/ppt/notesSlides/notesSlide2.xml" Id="R5bf3e70cc8094d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421eff8d6455a" /><Relationship Type="http://schemas.openxmlformats.org/officeDocument/2006/relationships/notesSlide" Target="/ppt/notesSlides/notesSlide3.xml" Id="Rf8709bd7a65c4a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e9f54b86bf466d" /><Relationship Type="http://schemas.openxmlformats.org/officeDocument/2006/relationships/notesSlide" Target="/ppt/notesSlides/notesSlide4.xml" Id="Rf88d8a7d8bd449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26e335439446e" /><Relationship Type="http://schemas.openxmlformats.org/officeDocument/2006/relationships/notesSlide" Target="/ppt/notesSlides/notesSlide5.xml" Id="Re41e6155f58748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1b5b196f74401" /><Relationship Type="http://schemas.openxmlformats.org/officeDocument/2006/relationships/notesSlide" Target="/ppt/notesSlides/notesSlide6.xml" Id="R65ee172c642a4a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cd8747a0a476a" /><Relationship Type="http://schemas.openxmlformats.org/officeDocument/2006/relationships/notesSlide" Target="/ppt/notesSlides/notesSlide7.xml" Id="Rb4b09e952c004c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83f3d27774fe3" /><Relationship Type="http://schemas.openxmlformats.org/officeDocument/2006/relationships/notesSlide" Target="/ppt/notesSlides/notesSlide8.xml" Id="Ra9bb3dab8cb44f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A86378-D7A0-4367-A895-C63AF655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A669A8-59AD-4C82-A1D4-BD64B746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01C689-A93D-426B-BFD0-C04BFD2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43391-6898-4267-8C87-44011C1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73D31"/>
                </a:solidFill>
              </a:defRPr>
            </a:pPr>
            <a:r>
              <a:rPr sz="5100" b="1">
                <a:solidFill>
                  <a:srgbClr val="173D31"/>
                </a:solidFill>
              </a:rPr>
              <a:t>Adhesive assembly and workshop care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B4131-A070-47FF-A9F4-B77E8C6C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13–14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14B04D-B41B-4C19-9509-C7E1BB55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5386F-4032-46A6-BFFC-F5BBA62E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6D133-42F3-46D9-A6B5-BE76C648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F2D4B8"/>
          </a:solidFill>
          <a:ln xmlns:a="http://schemas.openxmlformats.org/drawingml/2006/main" w="0">
            <a:solidFill>
              <a:srgbClr val="F2D4B8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e522dc1ac453c"/>
          <a:stretch xmlns:a="http://schemas.openxmlformats.org/drawingml/2006/main"/>
        </p:blipFill>
        <p:spPr>
          <a:xfrm xmlns:a="http://schemas.openxmlformats.org/drawingml/2006/main">
            <a:off x="7658100" y="1514475"/>
            <a:ext cx="3714750" cy="3714750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3769968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5E7A68-24AC-47DB-AB61-803473DF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D90B7-5657-4AF7-AA26-13EEA12C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51B9D-69BD-4FE7-899D-A596DD368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08C9A-C3D4-44AF-AF80-A8FFA4E7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B7DFD-475E-4C1F-8A8A-3BD3492E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A2ACC2-3A5F-49FC-B9B2-4E805789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D6EFF-65E5-4D22-8C95-65CDCD1C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F1083-16EB-44A5-B68F-1423BCC5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Choosing and using an adhesive for assembly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44DB8-9706-4150-8BD7-982BDC010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3B1B9-1765-4E8A-94B7-41B9ED0E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24065-9310-41B4-A92B-36FE297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Clamping the Carry-All square and true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D7C87-3F11-45B4-A3CD-804498A5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864BF-2819-40EC-A651-7752672D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C82AA-E36A-44E4-A183-1DD152BA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Maintaining tools and organising the workspace</a:t>
            </a:r>
          </a:p>
        </p:txBody>
      </p:sp>
    </p:spTree>
    <p:extLst>
      <p:ext uri="{BB962C8B-B14F-4D97-AF65-F5344CB8AC3E}">
        <p14:creationId xmlns:p14="http://schemas.microsoft.com/office/powerpoint/2010/main" val="1661269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292E5-97A5-45AC-8C92-E98EB2A6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F5D48-F3FB-474E-B76F-5CA5BBC9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A04D7A-0BEB-4629-85F2-1AD2E4D8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948BD-252E-455B-8C75-D8B26BBA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Choosing and using an adhesive for assembly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A0BD0-8C1B-4053-BF96-7C2BEAFC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3BB3F-696D-4071-94AF-1373E0EF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8A59F-D2A1-4AAA-8B95-B8FF7323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Adhesive helps the Carry-All components remain joined after the dry-fit checks are complete.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CFD346-1F0D-482C-8063-6A3D3A36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7AB70-D3F9-4EB3-825E-09558685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F4D56-8F0F-4CED-82EE-FA3DD095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It works across the fitted surfaces of the required rebate-butt corners, housings and other approved assembly areas.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061BE-1ACB-49A9-9C06-BB3B448A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88EB5-204A-49F3-8DFA-8DC6339A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0F92D-49AE-4E71-AB9E-77CB3EEA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Adhesive should support accurately manufactured rebate-and-housing features, not replace them.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4138F-9C86-4F79-87E0-62B133C0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8718580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ABF1C-A3FA-4545-9F15-B652282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62419-61F4-456C-8443-79620723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CCD59-8460-4FF6-B0B4-0C79C2C8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2B004-D86C-49AB-8E32-C0E12ADD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Clamping the Carry-All square and true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D72F3-D267-4D5F-A890-98FD47C7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140DCF-001F-47A3-B69E-8B20833F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7415F-87EA-44DB-9A38-659F9F14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Clamping holds the Carry-All components in their correct positions while the approved adhesive develops strength.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8DFA3-2E16-47CA-A73E-41D74918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71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C316C-B030-466C-8DDB-5B452163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19A35-A593-431A-8D84-7480B910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Good clamping begins with planning, not pressure.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A8BFB-9127-450F-BFA8-22635156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1AB4A-1EC3-4A29-98C3-6F58E45B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13DC0C-7633-4106-883B-AD57F6A4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sides, base, dividers, central handle or handle panel, corner joints, rebates and housings should already have passed a full dry-fit check.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7B2E8-6BFB-4BB7-97DF-2A4E796A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044414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A4708-2898-4722-957D-74BEF6CD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CFFFD-C132-4AEA-B557-8902C630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40AE3-1E87-4110-A95A-66E86CB0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60419-CC3D-40CD-A286-39DA81B5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Maintaining tools and organising the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9A9BF-A71D-4E9E-A457-DF15B4E1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A03157-E0BF-4FF9-BF13-A2CE6521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Main idea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D451AE-8A0B-47C4-AE61-B3424226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Maintaining tools and organising the workspace are part of safe and accurate Carry-All manufacture.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BF291-33DA-4277-B7C8-586D4B8E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B210B-6B0A-4A6A-8B54-3CA4D6ED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A27E7-8EFD-4909-9BE2-72D1701A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19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Before using any teacher-approved tool, check its general condition and confirm that it appears suitable for the task.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8D4C53-0C2B-4C6D-9730-D3035B99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05325"/>
            <a:ext cx="9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273E1-A6A6-4188-BF52-7E799387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Check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281429-45FB-4C63-A5FD-8FD0C740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Look for obvious damage, loose parts, contamination, worn surfaces or anything unusual.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FD499B-36F3-481D-A91D-38F8C5C9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9978709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04F7B-09EE-45BC-A039-E7690C769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6D92E-EBF9-4FE6-ADDB-17B2A650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B354D-9F81-43AB-9887-E2D023CB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38AA8-EC33-4806-BDCB-4E3C8527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46A8D-E8EA-4879-BA7E-0A0F758F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F007FE-2A99-4BC5-AF09-DF46BD84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Choosing and using an adhesive for assembly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74E01A-CFA7-4EFB-AF9B-1B6EF248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551C5-8C44-46B9-8034-12BE9A59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Clamping the Carry-All square and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70A08-5978-4CCD-B285-A5E659AE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C26A32"/>
                </a:solidFill>
              </a:defRPr>
            </a:pPr>
            <a:r>
              <a:rPr sz="1575" b="1">
                <a:solidFill>
                  <a:srgbClr val="C26A32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59E462-F0F2-4B37-8DD1-8500B884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Maintaining tools and organising the workspace</a:t>
            </a:r>
          </a:p>
        </p:txBody>
      </p:sp>
    </p:spTree>
    <p:extLst>
      <p:ext uri="{BB962C8B-B14F-4D97-AF65-F5344CB8AC3E}">
        <p14:creationId xmlns:p14="http://schemas.microsoft.com/office/powerpoint/2010/main" val="18023303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F419A-1ABE-4DE2-936F-48832536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F4FB3-A366-44A7-818A-45BD67C1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0032C-623E-49EC-AFD0-98943ECE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9E4D9-8FCC-4327-BF60-B747B856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28DBF-8A4E-48EF-9D21-ACB5CB1A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28CD1-6907-4E4F-A34A-016395CD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5EE60-CC43-41CA-8EC5-319498B9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1B8ADE-6EF1-4167-BA84-3B6AB8EA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B09B2-E3A0-4CF8-8EFC-F55B34BF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1FAB0-ED6C-4B3F-BF3F-41942657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F0560-8969-4B06-A2D5-7F3212CB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73676-74A9-4178-B44A-1FA5F4B0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0998C-4BD7-4AF5-92D9-2C6B3A1F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7ABE42-3077-4161-9A2F-56DC31E2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26A32"/>
                </a:solidFill>
              </a:defRPr>
            </a:pPr>
            <a:r>
              <a:rPr sz="2100" b="1">
                <a:solidFill>
                  <a:srgbClr val="C26A32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9E05E-F99A-4E52-8B14-652FEEEB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993766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6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B2709-C947-4DA3-9661-2BBD7BD8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32"/>
          </a:solidFill>
          <a:ln xmlns:a="http://schemas.openxmlformats.org/drawingml/2006/main" w="0">
            <a:solidFill>
              <a:srgbClr val="C26A3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DB6DB-0226-49ED-9750-3DC3A7F0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26A32"/>
                </a:solidFill>
              </a:defRPr>
            </a:pPr>
            <a:r>
              <a:rPr sz="1050" b="1">
                <a:solidFill>
                  <a:srgbClr val="C26A32"/>
                </a:solidFill>
              </a:rPr>
              <a:t>CARRY-ALL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028D7-36C8-4789-8B48-07BDEE54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13–14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7DD0D-5A86-4E88-A9F6-A401EB47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797A8-4088-44ED-A718-390DC3EC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5D73D-4FEF-42BB-AC97-C6D40B59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76B2F-0A79-48FB-98A5-93DFCE3F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Choosing and using an adhesive for assembly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4C6C9-36C3-4359-820C-4289ED89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237CE-6337-41C7-AA09-1E07EBA7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74412-B12E-479D-A963-EE553614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D4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6E005B-4EAF-474E-8F68-5781157F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71C28-681A-4093-8477-0DDD29DA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6A32"/>
                </a:solidFill>
              </a:defRPr>
            </a:pPr>
            <a:r>
              <a:rPr sz="1350" b="1">
                <a:solidFill>
                  <a:srgbClr val="C26A32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2068862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2026-08-16T02:12:29.9380000Z</dcterms:created>
  <dcterms:modified xsi:type="dcterms:W3CDTF">2026-08-16T02:12:29.9380000Z</dcterms:modified>
</coreProperties>
</file>