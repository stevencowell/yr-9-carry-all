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e0daf887044ff1" /><Relationship Type="http://schemas.openxmlformats.org/officeDocument/2006/relationships/extended-properties" Target="/docProps/app.xml" Id="R166453432f7142ed" /><Relationship Type="http://schemas.openxmlformats.org/officeDocument/2006/relationships/officeDocument" Target="/ppt/presentation.xml" Id="R7d70c67de56048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1763aeebb9427a"/>
  </p:sldMasterIdLst>
  <p:notesMasterIdLst>
    <p:notesMasterId xmlns:r="http://schemas.openxmlformats.org/officeDocument/2006/relationships" r:id="R6ab4aae5d1524ac0"/>
  </p:notesMasterIdLst>
  <p:sldIdLst>
    <p:sldId xmlns:r="http://schemas.openxmlformats.org/officeDocument/2006/relationships" id="256" r:id="Rc5303cd21c0a43b6"/>
    <p:sldId xmlns:r="http://schemas.openxmlformats.org/officeDocument/2006/relationships" id="257" r:id="R8ac5610044154bea"/>
    <p:sldId xmlns:r="http://schemas.openxmlformats.org/officeDocument/2006/relationships" id="258" r:id="Raf9122a9f5e14bd8"/>
    <p:sldId xmlns:r="http://schemas.openxmlformats.org/officeDocument/2006/relationships" id="259" r:id="R1460efb7fdc749d6"/>
    <p:sldId xmlns:r="http://schemas.openxmlformats.org/officeDocument/2006/relationships" id="260" r:id="Rfa5ed6b7bba841d6"/>
    <p:sldId xmlns:r="http://schemas.openxmlformats.org/officeDocument/2006/relationships" id="261" r:id="Rdebcf78bb950436e"/>
    <p:sldId xmlns:r="http://schemas.openxmlformats.org/officeDocument/2006/relationships" id="262" r:id="R568dfb3a1b6a4e7b"/>
    <p:sldId xmlns:r="http://schemas.openxmlformats.org/officeDocument/2006/relationships" id="263" r:id="Rbcb51431310740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fc383864f49a7" /><Relationship Type="http://schemas.openxmlformats.org/officeDocument/2006/relationships/slideMaster" Target="/ppt/slideMasters/slideMaster1.xml" Id="R311763aeebb9427a" /><Relationship Type="http://schemas.openxmlformats.org/officeDocument/2006/relationships/notesMaster" Target="/ppt/notesMasters/notesMaster1.xml" Id="R6ab4aae5d1524ac0" /><Relationship Type="http://schemas.openxmlformats.org/officeDocument/2006/relationships/presProps" Target="/ppt/presProps.xml" Id="R20b4ebf4462441b0" /><Relationship Type="http://schemas.openxmlformats.org/officeDocument/2006/relationships/tableStyles" Target="/ppt/tableStyles.xml" Id="Rcc185dffc4fb468b" /><Relationship Type="http://schemas.openxmlformats.org/officeDocument/2006/relationships/slide" Target="/ppt/slides/slide1.xml" Id="Rc5303cd21c0a43b6" /><Relationship Type="http://schemas.openxmlformats.org/officeDocument/2006/relationships/slide" Target="/ppt/slides/slide2.xml" Id="R8ac5610044154bea" /><Relationship Type="http://schemas.openxmlformats.org/officeDocument/2006/relationships/slide" Target="/ppt/slides/slide3.xml" Id="Raf9122a9f5e14bd8" /><Relationship Type="http://schemas.openxmlformats.org/officeDocument/2006/relationships/slide" Target="/ppt/slides/slide4.xml" Id="R1460efb7fdc749d6" /><Relationship Type="http://schemas.openxmlformats.org/officeDocument/2006/relationships/slide" Target="/ppt/slides/slide5.xml" Id="Rfa5ed6b7bba841d6" /><Relationship Type="http://schemas.openxmlformats.org/officeDocument/2006/relationships/slide" Target="/ppt/slides/slide6.xml" Id="Rdebcf78bb950436e" /><Relationship Type="http://schemas.openxmlformats.org/officeDocument/2006/relationships/slide" Target="/ppt/slides/slide7.xml" Id="R568dfb3a1b6a4e7b" /><Relationship Type="http://schemas.openxmlformats.org/officeDocument/2006/relationships/slide" Target="/ppt/slides/slide8.xml" Id="Rbcb514313107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c01d688e244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434ae7774a4234" /><Relationship Type="http://schemas.openxmlformats.org/officeDocument/2006/relationships/notesMaster" Target="/ppt/notesMasters/notesMaster1.xml" Id="R399b9f9f5056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9c1ae28994457" /><Relationship Type="http://schemas.openxmlformats.org/officeDocument/2006/relationships/notesMaster" Target="/ppt/notesMasters/notesMaster1.xml" Id="R5aef0ca8f3c448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e0ae771d834e48" /><Relationship Type="http://schemas.openxmlformats.org/officeDocument/2006/relationships/notesMaster" Target="/ppt/notesMasters/notesMaster1.xml" Id="R0f69b10ba9f940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bef20b6e974bf5" /><Relationship Type="http://schemas.openxmlformats.org/officeDocument/2006/relationships/notesMaster" Target="/ppt/notesMasters/notesMaster1.xml" Id="R305a7c8fb4614f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c145ede77546e1" /><Relationship Type="http://schemas.openxmlformats.org/officeDocument/2006/relationships/notesMaster" Target="/ppt/notesMasters/notesMaster1.xml" Id="Re5313e685c7641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de515aabdf4a63" /><Relationship Type="http://schemas.openxmlformats.org/officeDocument/2006/relationships/notesMaster" Target="/ppt/notesMasters/notesMaster1.xml" Id="Rab98da4099a04e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bcefc4e4864bd2" /><Relationship Type="http://schemas.openxmlformats.org/officeDocument/2006/relationships/notesMaster" Target="/ppt/notesMasters/notesMaster1.xml" Id="Rfe3225dffa5e40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069c26b5554d61" /><Relationship Type="http://schemas.openxmlformats.org/officeDocument/2006/relationships/notesMaster" Target="/ppt/notesMasters/notesMaster1.xml" Id="Raf2be008dfb842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Forming the base rebate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Locating dividers and the handle with housing joints.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Dry fitting the Carry-All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weeks9-10/index.html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a356b180249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14b65916924d4b" /><Relationship Type="http://schemas.openxmlformats.org/officeDocument/2006/relationships/slideLayout" Target="/ppt/slideLayouts/slideLayout1.xml" Id="R8ff0649def8d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0649def8d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56c4634c149c2" /><Relationship Type="http://schemas.openxmlformats.org/officeDocument/2006/relationships/image" Target="/ppt/media/image.png" Id="Rfe465c509b394cab" /><Relationship Type="http://schemas.openxmlformats.org/officeDocument/2006/relationships/notesSlide" Target="/ppt/notesSlides/notesSlide1.xml" Id="R19057944e9dd42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7debc126d4e8c" /><Relationship Type="http://schemas.openxmlformats.org/officeDocument/2006/relationships/notesSlide" Target="/ppt/notesSlides/notesSlide2.xml" Id="R4d6255b680fe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225b359984081" /><Relationship Type="http://schemas.openxmlformats.org/officeDocument/2006/relationships/notesSlide" Target="/ppt/notesSlides/notesSlide3.xml" Id="R0887c4af082941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8542a21a54903" /><Relationship Type="http://schemas.openxmlformats.org/officeDocument/2006/relationships/notesSlide" Target="/ppt/notesSlides/notesSlide4.xml" Id="R3e174d14df064e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31a14739f48c7" /><Relationship Type="http://schemas.openxmlformats.org/officeDocument/2006/relationships/notesSlide" Target="/ppt/notesSlides/notesSlide5.xml" Id="R10e99d029806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e24f8c6b24f7f" /><Relationship Type="http://schemas.openxmlformats.org/officeDocument/2006/relationships/notesSlide" Target="/ppt/notesSlides/notesSlide6.xml" Id="Rbcb3770c51ad44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23de58bfa4700" /><Relationship Type="http://schemas.openxmlformats.org/officeDocument/2006/relationships/notesSlide" Target="/ppt/notesSlides/notesSlide7.xml" Id="Rfdf5b1bc845844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5b199b0894e1c" /><Relationship Type="http://schemas.openxmlformats.org/officeDocument/2006/relationships/notesSlide" Target="/ppt/notesSlides/notesSlide8.xml" Id="R918b4278700745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52F7D-8591-4739-B33F-C62DB19C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0362A-5427-41ED-84DF-ACCFFEFF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6F064-5908-4F42-8973-4B6A4A85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F3A42-277D-4674-B3F9-B86B5A90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Rebates, housings and dry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994B8-6D36-4C2C-B350-F2ABA32E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9–10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5AF2-B90A-4A94-AB70-201E5A6A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E3729-7FC7-4945-A6AE-87F39EA1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94BBC-FBF0-436D-9AC4-B4DD9E8E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65c509b394cab"/>
          <a:stretch xmlns:a="http://schemas.openxmlformats.org/drawingml/2006/main"/>
        </p:blipFill>
        <p:spPr>
          <a:xfrm xmlns:a="http://schemas.openxmlformats.org/drawingml/2006/main">
            <a:off x="7658100" y="2326521"/>
            <a:ext cx="3714750" cy="2090658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197112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9C3D8-B9FC-4408-9CB0-DE62AD9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4190A-80F4-4477-9F33-990A3225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62966-757B-475E-BAA9-E06A847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8622C-074B-4CD2-AE31-C58AAA65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F63F2-F448-4A75-9C33-FBB8441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78480-4364-48CE-A101-A4782D9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00347-9D97-4550-B0B3-67F6CFC2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9C968-DF77-48E4-8046-1F1430FA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Forming the base rebate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20202-D7C3-4BAF-BE55-770D6EFB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E6870-E2AF-4AE7-871A-0E1A7AB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21902-DAC4-4757-BCD3-171FE2F2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Locating dividers and the handle with housing joints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378A1-75CC-40B0-B756-2442CA64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01F328-3AAF-496A-BA5A-3A75C917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181A17-99DE-4E73-A5CF-05E1F25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Dry fitting the Carry-All structure</a:t>
            </a:r>
          </a:p>
        </p:txBody>
      </p:sp>
    </p:spTree>
    <p:extLst>
      <p:ext uri="{BB962C8B-B14F-4D97-AF65-F5344CB8AC3E}">
        <p14:creationId xmlns:p14="http://schemas.microsoft.com/office/powerpoint/2010/main" val="1184200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FA6F45-E896-4856-98F7-3046C1BC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D652C-0E78-40A3-93CC-56FED06A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7226E0-8AD2-4BDE-9701-56CF7EE6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EDFC-1C11-4135-8B73-CEB8A21C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Forming the base rebate accurately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2345B-8D9E-45F7-A983-6CE6BF5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0265A-C2A0-4A02-AC3A-E73DC90D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2D1F1-2FDB-47CC-ADA0-EC5C2C79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base rebate is a recessed edge formed where shown in the Carry-All working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EB588-0E82-48C3-AEB1-55948573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4EDF5-CE12-44B9-8923-E6ADF6B7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F8231-A667-4E65-83B8-8E0250E1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Its purpose is to support and locate the 3 mm plywood base within the surrounding pine components.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9A8F0-C259-4DE9-A0BA-F2DC9C13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72083-9AA3-43F5-8981-80C4AFEA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6FA2D-0DB6-4378-8772-1187864B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Instead of relying only on an edge connection, the rebate provides a ledge that helps control the base position during dry assembly and final construction.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BC7A5-E88E-4E48-A157-082A572E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65043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49A5F-C9FD-44E8-A96E-F32ABFC3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7C630-9AC4-4097-8034-8CBED2F2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DAF9-1340-4A2B-B2A9-C5B1CF7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36E79-32CA-4789-885F-C5A284F0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Locating dividers and the handle with housing joints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8810-1A7D-4A9B-A9A4-8A4E39A6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3DCCC-B734-4F80-99A3-AD04BCA5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6CB0E-720E-4FD0-B505-D7B0524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Housing joints are recessed channels formed where shown in the Carry-All working drawing.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B9ECF-3755-448F-8402-481B35CD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59068-CED7-4158-9B3C-9E325496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A8324-4161-4416-BE61-3BFF3AEB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Their purpose is to locate and support internal parts such as the dividers and the central handle or handle panel.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13AC0-8E61-4AC3-A925-13EC1F7A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58D96-672F-4040-BC65-B75DCD0E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405C4-4806-490E-9821-63B2F207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correctly formed housing helps prevent these parts from shifting during dry assembly, adhesive application and clamping.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F9254-7C69-45F0-BFEA-49715A80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64296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1E892-0DBC-4899-B2F9-D33C93C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56F4C-C3E0-4671-9894-2D3F9D39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BBAF-CC57-44A6-9EBD-F424E039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7789B-5116-40D9-9294-D819719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Dry fitting the Carry-All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08F96-56D1-4096-8ADB-D785D16C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3A434D-73B0-4FA8-ACC8-32C405A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966E9-EDF8-4A80-A08B-DDB6667E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Dry fitting means assembling the Carry-All without adhesive so the complete structure can be checked before the parts are permanently joined.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52813-5A1F-419C-85F0-0A0E2AE9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CB454-0C04-4052-B17F-8A7A9F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C46A1-DD2A-447E-9997-AED02E7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sides, 3 mm plywood base, dividers and central handle or handle panel should be placed in their correct orientation according to the working drawing and teacher…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E7286-1CD9-465B-8AA3-074311AA1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091FF-CC7A-4E29-82C6-DAB5D342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46914-74AB-4FE7-BE2C-B64A3719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This stage confirms that the separate components work together, not just that each part looks accurate on its own.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1259D-0F81-4A65-A1CE-7F5587A9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9116530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0A75C-F040-43F1-95E1-4D4C3D26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79AF0-0EA3-44A6-A47C-C03C3197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CEA18-79ED-497F-A4D0-2D7F1A01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A862A-2A2F-49ED-90F8-4041AE6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ADDAF-014C-4437-836B-3664C0E1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BFA7A-8C18-47F9-A9B9-C248F592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Forming the base rebate accurately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42BF0-EBA3-40BB-B535-63A8C730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42D37-D6DA-42AE-8768-94DFACB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Locating dividers and the handle with housing joints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72318-AF73-49AE-A7F1-607B54E8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96FBF-8754-4D7A-9BB0-5163A667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Dry fitting the Carry-All structure</a:t>
            </a:r>
          </a:p>
        </p:txBody>
      </p:sp>
    </p:spTree>
    <p:extLst>
      <p:ext uri="{BB962C8B-B14F-4D97-AF65-F5344CB8AC3E}">
        <p14:creationId xmlns:p14="http://schemas.microsoft.com/office/powerpoint/2010/main" val="1482247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CF2D3-E178-44DE-83B9-AC589C6A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E4698-9EBD-4E21-BAFA-6A513AA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B5C06-1EDF-433C-BE39-29287753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D3D2F-DBD5-419D-854D-8E2536E9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C5712-A3F4-4612-AC9B-26C7C481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CFDA8-AD06-460D-9A97-AB584C1E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1215A-7E77-45FE-AEB7-9450A1CC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EE07B-B88E-4B28-A29A-062736F2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E1A1E-ACE8-46B4-8621-CE0FCEBB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B47255-6A64-4787-9AC5-618C662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874CF-634B-4CFB-ADE0-AF1B770B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8D85B-3BF3-4C3C-B8B8-68916425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2D733-609E-4DB4-8C55-4F8AF9A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A34BB-DAAE-4C8E-BED3-77CB7CC1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FF29A-7146-4ADE-AD5D-3E96DE4A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1384043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FF2716-3FB4-4C8C-9D2F-A0F7893E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CE3C9-7079-4B32-ACB1-7A8A60D7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85887-6D30-4DC5-A889-CAF4A3CB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9–10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198EC-7C5D-41E2-957E-9B80908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CABFA-585E-4CDC-8752-4014853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0F64C-FDE9-4DB1-A888-62F2EF5F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31185-D56D-49CF-9FA0-7A2D802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Forming the base rebate accurately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45B8C-00CB-4C97-9AE7-61CA08F5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D1631-E81B-4563-B8FE-7618B5B8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8AF0B-80ED-49BF-9F9A-89C2DEDF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C62034-93BA-4FC5-A128-16B7971D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B52DE-0052-433F-9FC2-4FA6903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390213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2026-08-16T02:12:28.6860000Z</dcterms:created>
  <dcterms:modified xsi:type="dcterms:W3CDTF">2026-08-16T02:12:28.6860000Z</dcterms:modified>
</coreProperties>
</file>